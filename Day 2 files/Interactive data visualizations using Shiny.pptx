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21" r:id="rId2"/>
    <p:sldId id="257" r:id="rId3"/>
    <p:sldId id="258" r:id="rId4"/>
    <p:sldId id="322" r:id="rId5"/>
    <p:sldId id="273" r:id="rId6"/>
    <p:sldId id="259" r:id="rId7"/>
    <p:sldId id="274" r:id="rId8"/>
    <p:sldId id="261" r:id="rId9"/>
    <p:sldId id="323" r:id="rId10"/>
    <p:sldId id="264" r:id="rId11"/>
    <p:sldId id="265" r:id="rId12"/>
    <p:sldId id="275" r:id="rId13"/>
    <p:sldId id="276" r:id="rId14"/>
    <p:sldId id="278" r:id="rId15"/>
    <p:sldId id="280" r:id="rId16"/>
    <p:sldId id="283" r:id="rId17"/>
    <p:sldId id="282" r:id="rId18"/>
    <p:sldId id="281" r:id="rId19"/>
    <p:sldId id="272" r:id="rId20"/>
    <p:sldId id="32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6B979C-0193-4CB9-9273-BB60D09D2029}" v="10" dt="2026-10-09T22:26:31.2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458" autoAdjust="0"/>
  </p:normalViewPr>
  <p:slideViewPr>
    <p:cSldViewPr snapToGrid="0" snapToObjects="1">
      <p:cViewPr varScale="1">
        <p:scale>
          <a:sx n="74" d="100"/>
          <a:sy n="74" d="100"/>
        </p:scale>
        <p:origin x="101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son Utazi" userId="bcb3a38a-3ad0-4389-89a4-f1f4b25807d3" providerId="ADAL" clId="{6E6BB287-36A5-4019-B86C-EECBD7B9E602}"/>
    <pc:docChg chg="undo custSel addSld delSld modSld sldOrd modMainMaster">
      <pc:chgData name="Edson Utazi" userId="bcb3a38a-3ad0-4389-89a4-f1f4b25807d3" providerId="ADAL" clId="{6E6BB287-36A5-4019-B86C-EECBD7B9E602}" dt="2026-10-10T07:46:16.245" v="5744" actId="20577"/>
      <pc:docMkLst>
        <pc:docMk/>
      </pc:docMkLst>
      <pc:sldChg chg="delSp del mod">
        <pc:chgData name="Edson Utazi" userId="bcb3a38a-3ad0-4389-89a4-f1f4b25807d3" providerId="ADAL" clId="{6E6BB287-36A5-4019-B86C-EECBD7B9E602}" dt="2026-10-09T21:26:36.362" v="4280" actId="2696"/>
        <pc:sldMkLst>
          <pc:docMk/>
          <pc:sldMk cId="0" sldId="256"/>
        </pc:sldMkLst>
        <pc:spChg chg="del">
          <ac:chgData name="Edson Utazi" userId="bcb3a38a-3ad0-4389-89a4-f1f4b25807d3" providerId="ADAL" clId="{6E6BB287-36A5-4019-B86C-EECBD7B9E602}" dt="2026-10-09T16:45:23.989" v="4268" actId="478"/>
          <ac:spMkLst>
            <pc:docMk/>
            <pc:sldMk cId="0" sldId="256"/>
            <ac:spMk id="2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5:21.486" v="4267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3:47.562" v="4245" actId="478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Edson Utazi" userId="bcb3a38a-3ad0-4389-89a4-f1f4b25807d3" providerId="ADAL" clId="{6E6BB287-36A5-4019-B86C-EECBD7B9E602}" dt="2026-10-10T06:53:40.380" v="5488" actId="20577"/>
        <pc:sldMkLst>
          <pc:docMk/>
          <pc:sldMk cId="0" sldId="257"/>
        </pc:sldMkLst>
        <pc:spChg chg="mod">
          <ac:chgData name="Edson Utazi" userId="bcb3a38a-3ad0-4389-89a4-f1f4b25807d3" providerId="ADAL" clId="{6E6BB287-36A5-4019-B86C-EECBD7B9E602}" dt="2026-10-09T21:28:20.141" v="4340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10T06:53:40.380" v="5488" actId="20577"/>
          <ac:spMkLst>
            <pc:docMk/>
            <pc:sldMk cId="0" sldId="257"/>
            <ac:spMk id="3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5:17.519" v="4266" actId="478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Edson Utazi" userId="bcb3a38a-3ad0-4389-89a4-f1f4b25807d3" providerId="ADAL" clId="{6E6BB287-36A5-4019-B86C-EECBD7B9E602}" dt="2026-10-10T07:22:17.147" v="5496" actId="1076"/>
        <pc:sldMkLst>
          <pc:docMk/>
          <pc:sldMk cId="0" sldId="258"/>
        </pc:sldMkLst>
        <pc:spChg chg="mod">
          <ac:chgData name="Edson Utazi" userId="bcb3a38a-3ad0-4389-89a4-f1f4b25807d3" providerId="ADAL" clId="{6E6BB287-36A5-4019-B86C-EECBD7B9E602}" dt="2026-10-09T21:30:42.879" v="4362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10T07:22:17.147" v="5496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5:13.472" v="4265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5:12.325" v="4264" actId="478"/>
          <ac:spMkLst>
            <pc:docMk/>
            <pc:sldMk cId="0" sldId="258"/>
            <ac:spMk id="5" creationId="{00000000-0000-0000-0000-000000000000}"/>
          </ac:spMkLst>
        </pc:spChg>
        <pc:spChg chg="add mod">
          <ac:chgData name="Edson Utazi" userId="bcb3a38a-3ad0-4389-89a4-f1f4b25807d3" providerId="ADAL" clId="{6E6BB287-36A5-4019-B86C-EECBD7B9E602}" dt="2026-10-10T06:54:31.855" v="5493" actId="113"/>
          <ac:spMkLst>
            <pc:docMk/>
            <pc:sldMk cId="0" sldId="258"/>
            <ac:spMk id="6" creationId="{C6D6F3FD-1658-D7DF-9FDA-3D409087F244}"/>
          </ac:spMkLst>
        </pc:spChg>
      </pc:sldChg>
      <pc:sldChg chg="addSp delSp modSp mod">
        <pc:chgData name="Edson Utazi" userId="bcb3a38a-3ad0-4389-89a4-f1f4b25807d3" providerId="ADAL" clId="{6E6BB287-36A5-4019-B86C-EECBD7B9E602}" dt="2026-10-09T21:49:38.253" v="4475" actId="1076"/>
        <pc:sldMkLst>
          <pc:docMk/>
          <pc:sldMk cId="0" sldId="259"/>
        </pc:sldMkLst>
        <pc:spChg chg="mod">
          <ac:chgData name="Edson Utazi" userId="bcb3a38a-3ad0-4389-89a4-f1f4b25807d3" providerId="ADAL" clId="{6E6BB287-36A5-4019-B86C-EECBD7B9E602}" dt="2026-10-09T21:47:09.633" v="4424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9T21:48:42.433" v="4470" actId="1038"/>
          <ac:spMkLst>
            <pc:docMk/>
            <pc:sldMk cId="0" sldId="259"/>
            <ac:spMk id="3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9T21:49:07.733" v="4473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9T21:48:42.433" v="4470" actId="1038"/>
          <ac:spMkLst>
            <pc:docMk/>
            <pc:sldMk cId="0" sldId="259"/>
            <ac:spMk id="5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9T21:49:18.438" v="4474" actId="255"/>
          <ac:spMkLst>
            <pc:docMk/>
            <pc:sldMk cId="0" sldId="259"/>
            <ac:spMk id="6" creationId="{00000000-0000-0000-0000-000000000000}"/>
          </ac:spMkLst>
        </pc:spChg>
        <pc:spChg chg="del mod">
          <ac:chgData name="Edson Utazi" userId="bcb3a38a-3ad0-4389-89a4-f1f4b25807d3" providerId="ADAL" clId="{6E6BB287-36A5-4019-B86C-EECBD7B9E602}" dt="2026-10-09T16:45:05.274" v="4263" actId="478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Edson Utazi" userId="bcb3a38a-3ad0-4389-89a4-f1f4b25807d3" providerId="ADAL" clId="{6E6BB287-36A5-4019-B86C-EECBD7B9E602}" dt="2026-10-09T16:45:04.063" v="4262" actId="478"/>
          <ac:spMkLst>
            <pc:docMk/>
            <pc:sldMk cId="0" sldId="259"/>
            <ac:spMk id="9" creationId="{00000000-0000-0000-0000-000000000000}"/>
          </ac:spMkLst>
        </pc:spChg>
        <pc:spChg chg="add mod">
          <ac:chgData name="Edson Utazi" userId="bcb3a38a-3ad0-4389-89a4-f1f4b25807d3" providerId="ADAL" clId="{6E6BB287-36A5-4019-B86C-EECBD7B9E602}" dt="2026-10-09T21:48:24.998" v="4428" actId="1076"/>
          <ac:spMkLst>
            <pc:docMk/>
            <pc:sldMk cId="0" sldId="259"/>
            <ac:spMk id="10" creationId="{B7D6EE41-F519-A050-605B-E162FFA57449}"/>
          </ac:spMkLst>
        </pc:spChg>
        <pc:spChg chg="add mod">
          <ac:chgData name="Edson Utazi" userId="bcb3a38a-3ad0-4389-89a4-f1f4b25807d3" providerId="ADAL" clId="{6E6BB287-36A5-4019-B86C-EECBD7B9E602}" dt="2026-10-09T21:49:38.253" v="4475" actId="1076"/>
          <ac:spMkLst>
            <pc:docMk/>
            <pc:sldMk cId="0" sldId="259"/>
            <ac:spMk id="11" creationId="{C06DFEFA-F2DC-7254-B3C6-0B13F53E549B}"/>
          </ac:spMkLst>
        </pc:spChg>
      </pc:sldChg>
      <pc:sldChg chg="addSp delSp modSp mod setBg">
        <pc:chgData name="Edson Utazi" userId="bcb3a38a-3ad0-4389-89a4-f1f4b25807d3" providerId="ADAL" clId="{6E6BB287-36A5-4019-B86C-EECBD7B9E602}" dt="2026-10-09T21:57:23.404" v="4600" actId="478"/>
        <pc:sldMkLst>
          <pc:docMk/>
          <pc:sldMk cId="0" sldId="261"/>
        </pc:sldMkLst>
        <pc:spChg chg="mod">
          <ac:chgData name="Edson Utazi" userId="bcb3a38a-3ad0-4389-89a4-f1f4b25807d3" providerId="ADAL" clId="{6E6BB287-36A5-4019-B86C-EECBD7B9E602}" dt="2026-10-09T21:54:06.937" v="4498" actId="255"/>
          <ac:spMkLst>
            <pc:docMk/>
            <pc:sldMk cId="0" sldId="261"/>
            <ac:spMk id="3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4:57.485" v="4261" actId="478"/>
          <ac:spMkLst>
            <pc:docMk/>
            <pc:sldMk cId="0" sldId="261"/>
            <ac:spMk id="6" creationId="{00000000-0000-0000-0000-000000000000}"/>
          </ac:spMkLst>
        </pc:spChg>
        <pc:spChg chg="del mod">
          <ac:chgData name="Edson Utazi" userId="bcb3a38a-3ad0-4389-89a4-f1f4b25807d3" providerId="ADAL" clId="{6E6BB287-36A5-4019-B86C-EECBD7B9E602}" dt="2026-10-09T16:44:56.069" v="4260" actId="478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Edson Utazi" userId="bcb3a38a-3ad0-4389-89a4-f1f4b25807d3" providerId="ADAL" clId="{6E6BB287-36A5-4019-B86C-EECBD7B9E602}" dt="2026-10-09T21:53:50.767" v="4496" actId="1076"/>
          <ac:spMkLst>
            <pc:docMk/>
            <pc:sldMk cId="0" sldId="261"/>
            <ac:spMk id="9" creationId="{36541514-3A9E-F4D2-F480-92DE7CCA5D37}"/>
          </ac:spMkLst>
        </pc:spChg>
        <pc:spChg chg="add mod">
          <ac:chgData name="Edson Utazi" userId="bcb3a38a-3ad0-4389-89a4-f1f4b25807d3" providerId="ADAL" clId="{6E6BB287-36A5-4019-B86C-EECBD7B9E602}" dt="2026-10-09T21:54:31.505" v="4593" actId="1038"/>
          <ac:spMkLst>
            <pc:docMk/>
            <pc:sldMk cId="0" sldId="261"/>
            <ac:spMk id="11" creationId="{ABD06B7C-AF21-18FF-C645-2984FA0894BA}"/>
          </ac:spMkLst>
        </pc:spChg>
        <pc:spChg chg="add mod">
          <ac:chgData name="Edson Utazi" userId="bcb3a38a-3ad0-4389-89a4-f1f4b25807d3" providerId="ADAL" clId="{6E6BB287-36A5-4019-B86C-EECBD7B9E602}" dt="2026-10-09T21:54:31.505" v="4593" actId="1038"/>
          <ac:spMkLst>
            <pc:docMk/>
            <pc:sldMk cId="0" sldId="261"/>
            <ac:spMk id="13" creationId="{18AC98A5-AA98-6B44-0FFB-BB0892D15DDB}"/>
          </ac:spMkLst>
        </pc:spChg>
        <pc:spChg chg="add mod">
          <ac:chgData name="Edson Utazi" userId="bcb3a38a-3ad0-4389-89a4-f1f4b25807d3" providerId="ADAL" clId="{6E6BB287-36A5-4019-B86C-EECBD7B9E602}" dt="2026-09-30T07:51:34.230" v="1699" actId="1076"/>
          <ac:spMkLst>
            <pc:docMk/>
            <pc:sldMk cId="0" sldId="261"/>
            <ac:spMk id="15" creationId="{50E03598-E75F-1AEC-FA1B-57B0F4AEE0CF}"/>
          </ac:spMkLst>
        </pc:spChg>
        <pc:spChg chg="add del mod">
          <ac:chgData name="Edson Utazi" userId="bcb3a38a-3ad0-4389-89a4-f1f4b25807d3" providerId="ADAL" clId="{6E6BB287-36A5-4019-B86C-EECBD7B9E602}" dt="2026-10-09T21:57:18.490" v="4599" actId="478"/>
          <ac:spMkLst>
            <pc:docMk/>
            <pc:sldMk cId="0" sldId="261"/>
            <ac:spMk id="19" creationId="{5B778A76-AF20-D458-2FC7-22DE124378BB}"/>
          </ac:spMkLst>
        </pc:spChg>
        <pc:spChg chg="add del mod">
          <ac:chgData name="Edson Utazi" userId="bcb3a38a-3ad0-4389-89a4-f1f4b25807d3" providerId="ADAL" clId="{6E6BB287-36A5-4019-B86C-EECBD7B9E602}" dt="2026-10-09T21:57:23.404" v="4600" actId="478"/>
          <ac:spMkLst>
            <pc:docMk/>
            <pc:sldMk cId="0" sldId="261"/>
            <ac:spMk id="21" creationId="{9CD53350-ADA9-7C22-BEAB-B195DDA25575}"/>
          </ac:spMkLst>
        </pc:spChg>
      </pc:sldChg>
      <pc:sldChg chg="addSp delSp modSp mod">
        <pc:chgData name="Edson Utazi" userId="bcb3a38a-3ad0-4389-89a4-f1f4b25807d3" providerId="ADAL" clId="{6E6BB287-36A5-4019-B86C-EECBD7B9E602}" dt="2026-10-10T07:28:46.902" v="5497" actId="1076"/>
        <pc:sldMkLst>
          <pc:docMk/>
          <pc:sldMk cId="0" sldId="264"/>
        </pc:sldMkLst>
        <pc:spChg chg="mod">
          <ac:chgData name="Edson Utazi" userId="bcb3a38a-3ad0-4389-89a4-f1f4b25807d3" providerId="ADAL" clId="{6E6BB287-36A5-4019-B86C-EECBD7B9E602}" dt="2026-10-09T21:58:53.406" v="460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10T07:28:46.902" v="5497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9T21:59:18.409" v="4608" actId="1076"/>
          <ac:spMkLst>
            <pc:docMk/>
            <pc:sldMk cId="0" sldId="264"/>
            <ac:spMk id="5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4:36.420" v="4255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21:59:47.342" v="4611" actId="478"/>
          <ac:spMkLst>
            <pc:docMk/>
            <pc:sldMk cId="0" sldId="264"/>
            <ac:spMk id="7" creationId="{00000000-0000-0000-0000-000000000000}"/>
          </ac:spMkLst>
        </pc:spChg>
        <pc:spChg chg="add mod">
          <ac:chgData name="Edson Utazi" userId="bcb3a38a-3ad0-4389-89a4-f1f4b25807d3" providerId="ADAL" clId="{6E6BB287-36A5-4019-B86C-EECBD7B9E602}" dt="2026-10-09T21:59:40.110" v="4610" actId="255"/>
          <ac:spMkLst>
            <pc:docMk/>
            <pc:sldMk cId="0" sldId="264"/>
            <ac:spMk id="8" creationId="{A60F178E-1FCA-0110-8916-1E0D2D920863}"/>
          </ac:spMkLst>
        </pc:spChg>
      </pc:sldChg>
      <pc:sldChg chg="addSp delSp modSp mod">
        <pc:chgData name="Edson Utazi" userId="bcb3a38a-3ad0-4389-89a4-f1f4b25807d3" providerId="ADAL" clId="{6E6BB287-36A5-4019-B86C-EECBD7B9E602}" dt="2026-10-09T22:09:07.710" v="4679" actId="1076"/>
        <pc:sldMkLst>
          <pc:docMk/>
          <pc:sldMk cId="0" sldId="265"/>
        </pc:sldMkLst>
        <pc:spChg chg="mod">
          <ac:chgData name="Edson Utazi" userId="bcb3a38a-3ad0-4389-89a4-f1f4b25807d3" providerId="ADAL" clId="{6E6BB287-36A5-4019-B86C-EECBD7B9E602}" dt="2026-10-09T22:01:05.681" v="4623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9T22:07:04.613" v="4659" actId="20577"/>
          <ac:spMkLst>
            <pc:docMk/>
            <pc:sldMk cId="0" sldId="265"/>
            <ac:spMk id="4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4:32.047" v="4254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4:30.814" v="4253" actId="478"/>
          <ac:spMkLst>
            <pc:docMk/>
            <pc:sldMk cId="0" sldId="265"/>
            <ac:spMk id="8" creationId="{00000000-0000-0000-0000-000000000000}"/>
          </ac:spMkLst>
        </pc:spChg>
        <pc:spChg chg="add mod">
          <ac:chgData name="Edson Utazi" userId="bcb3a38a-3ad0-4389-89a4-f1f4b25807d3" providerId="ADAL" clId="{6E6BB287-36A5-4019-B86C-EECBD7B9E602}" dt="2026-10-09T22:08:42.628" v="4675" actId="1076"/>
          <ac:spMkLst>
            <pc:docMk/>
            <pc:sldMk cId="0" sldId="265"/>
            <ac:spMk id="10" creationId="{5E9AAF27-CD96-B637-4802-F6786F8623AA}"/>
          </ac:spMkLst>
        </pc:spChg>
        <pc:spChg chg="add mod">
          <ac:chgData name="Edson Utazi" userId="bcb3a38a-3ad0-4389-89a4-f1f4b25807d3" providerId="ADAL" clId="{6E6BB287-36A5-4019-B86C-EECBD7B9E602}" dt="2026-10-09T22:09:07.710" v="4679" actId="1076"/>
          <ac:spMkLst>
            <pc:docMk/>
            <pc:sldMk cId="0" sldId="265"/>
            <ac:spMk id="23" creationId="{D4C54FA2-4972-F224-7BDB-BFB3DB2653CB}"/>
          </ac:spMkLst>
        </pc:spChg>
        <pc:picChg chg="add mod modCrop">
          <ac:chgData name="Edson Utazi" userId="bcb3a38a-3ad0-4389-89a4-f1f4b25807d3" providerId="ADAL" clId="{6E6BB287-36A5-4019-B86C-EECBD7B9E602}" dt="2026-10-09T22:08:07.611" v="4667" actId="1076"/>
          <ac:picMkLst>
            <pc:docMk/>
            <pc:sldMk cId="0" sldId="265"/>
            <ac:picMk id="14" creationId="{188C52F7-EAD7-E802-2EAB-A11450D32D81}"/>
          </ac:picMkLst>
        </pc:picChg>
        <pc:picChg chg="add mod">
          <ac:chgData name="Edson Utazi" userId="bcb3a38a-3ad0-4389-89a4-f1f4b25807d3" providerId="ADAL" clId="{6E6BB287-36A5-4019-B86C-EECBD7B9E602}" dt="2026-10-09T22:07:53.443" v="4663" actId="1076"/>
          <ac:picMkLst>
            <pc:docMk/>
            <pc:sldMk cId="0" sldId="265"/>
            <ac:picMk id="16" creationId="{61499179-E5BC-D287-E3E3-378E436B491A}"/>
          </ac:picMkLst>
        </pc:picChg>
        <pc:picChg chg="add mod">
          <ac:chgData name="Edson Utazi" userId="bcb3a38a-3ad0-4389-89a4-f1f4b25807d3" providerId="ADAL" clId="{6E6BB287-36A5-4019-B86C-EECBD7B9E602}" dt="2026-10-09T22:08:10.927" v="4668" actId="1076"/>
          <ac:picMkLst>
            <pc:docMk/>
            <pc:sldMk cId="0" sldId="265"/>
            <ac:picMk id="18" creationId="{156C11B8-6B20-3995-77C0-7D88DA04015A}"/>
          </ac:picMkLst>
        </pc:picChg>
        <pc:picChg chg="add mod">
          <ac:chgData name="Edson Utazi" userId="bcb3a38a-3ad0-4389-89a4-f1f4b25807d3" providerId="ADAL" clId="{6E6BB287-36A5-4019-B86C-EECBD7B9E602}" dt="2026-10-09T22:08:13.153" v="4669" actId="1076"/>
          <ac:picMkLst>
            <pc:docMk/>
            <pc:sldMk cId="0" sldId="265"/>
            <ac:picMk id="20" creationId="{4F19C00A-0625-E3AA-5E8D-DA2AF8EF7900}"/>
          </ac:picMkLst>
        </pc:picChg>
        <pc:picChg chg="add mod">
          <ac:chgData name="Edson Utazi" userId="bcb3a38a-3ad0-4389-89a4-f1f4b25807d3" providerId="ADAL" clId="{6E6BB287-36A5-4019-B86C-EECBD7B9E602}" dt="2026-10-09T22:07:49.990" v="4662" actId="1076"/>
          <ac:picMkLst>
            <pc:docMk/>
            <pc:sldMk cId="0" sldId="265"/>
            <ac:picMk id="22" creationId="{12D34DB7-691A-FF9F-4286-0E0B52474487}"/>
          </ac:picMkLst>
        </pc:picChg>
      </pc:sldChg>
      <pc:sldChg chg="delSp del mod ord">
        <pc:chgData name="Edson Utazi" userId="bcb3a38a-3ad0-4389-89a4-f1f4b25807d3" providerId="ADAL" clId="{6E6BB287-36A5-4019-B86C-EECBD7B9E602}" dt="2026-10-09T21:50:17.382" v="4476" actId="2696"/>
        <pc:sldMkLst>
          <pc:docMk/>
          <pc:sldMk cId="0" sldId="267"/>
        </pc:sldMkLst>
        <pc:spChg chg="del">
          <ac:chgData name="Edson Utazi" userId="bcb3a38a-3ad0-4389-89a4-f1f4b25807d3" providerId="ADAL" clId="{6E6BB287-36A5-4019-B86C-EECBD7B9E602}" dt="2026-10-09T16:44:45.481" v="4257" actId="478"/>
          <ac:spMkLst>
            <pc:docMk/>
            <pc:sldMk cId="0" sldId="267"/>
            <ac:spMk id="4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4:44.364" v="4256" actId="478"/>
          <ac:spMkLst>
            <pc:docMk/>
            <pc:sldMk cId="0" sldId="267"/>
            <ac:spMk id="5" creationId="{00000000-0000-0000-0000-000000000000}"/>
          </ac:spMkLst>
        </pc:spChg>
      </pc:sldChg>
      <pc:sldChg chg="delSp del mod">
        <pc:chgData name="Edson Utazi" userId="bcb3a38a-3ad0-4389-89a4-f1f4b25807d3" providerId="ADAL" clId="{6E6BB287-36A5-4019-B86C-EECBD7B9E602}" dt="2026-10-09T22:18:06.886" v="4761" actId="2696"/>
        <pc:sldMkLst>
          <pc:docMk/>
          <pc:sldMk cId="0" sldId="271"/>
        </pc:sldMkLst>
        <pc:spChg chg="del">
          <ac:chgData name="Edson Utazi" userId="bcb3a38a-3ad0-4389-89a4-f1f4b25807d3" providerId="ADAL" clId="{6E6BB287-36A5-4019-B86C-EECBD7B9E602}" dt="2026-10-09T16:44:05.116" v="4247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3:57.442" v="4246" actId="478"/>
          <ac:spMkLst>
            <pc:docMk/>
            <pc:sldMk cId="0" sldId="271"/>
            <ac:spMk id="5" creationId="{00000000-0000-0000-0000-000000000000}"/>
          </ac:spMkLst>
        </pc:spChg>
      </pc:sldChg>
      <pc:sldChg chg="delSp modSp mod">
        <pc:chgData name="Edson Utazi" userId="bcb3a38a-3ad0-4389-89a4-f1f4b25807d3" providerId="ADAL" clId="{6E6BB287-36A5-4019-B86C-EECBD7B9E602}" dt="2026-10-10T07:38:14.543" v="5597" actId="20577"/>
        <pc:sldMkLst>
          <pc:docMk/>
          <pc:sldMk cId="0" sldId="272"/>
        </pc:sldMkLst>
        <pc:spChg chg="mod">
          <ac:chgData name="Edson Utazi" userId="bcb3a38a-3ad0-4389-89a4-f1f4b25807d3" providerId="ADAL" clId="{6E6BB287-36A5-4019-B86C-EECBD7B9E602}" dt="2026-10-09T22:14:35.823" v="4737" actId="1076"/>
          <ac:spMkLst>
            <pc:docMk/>
            <pc:sldMk cId="0" sldId="272"/>
            <ac:spMk id="2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09T22:14:49.694" v="4739" actId="255"/>
          <ac:spMkLst>
            <pc:docMk/>
            <pc:sldMk cId="0" sldId="272"/>
            <ac:spMk id="3" creationId="{00000000-0000-0000-0000-000000000000}"/>
          </ac:spMkLst>
        </pc:spChg>
        <pc:spChg chg="mod">
          <ac:chgData name="Edson Utazi" userId="bcb3a38a-3ad0-4389-89a4-f1f4b25807d3" providerId="ADAL" clId="{6E6BB287-36A5-4019-B86C-EECBD7B9E602}" dt="2026-10-10T07:38:14.543" v="5597" actId="20577"/>
          <ac:spMkLst>
            <pc:docMk/>
            <pc:sldMk cId="0" sldId="272"/>
            <ac:spMk id="4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4:10.232" v="4249" actId="478"/>
          <ac:spMkLst>
            <pc:docMk/>
            <pc:sldMk cId="0" sldId="272"/>
            <ac:spMk id="5" creationId="{00000000-0000-0000-0000-000000000000}"/>
          </ac:spMkLst>
        </pc:spChg>
        <pc:spChg chg="del">
          <ac:chgData name="Edson Utazi" userId="bcb3a38a-3ad0-4389-89a4-f1f4b25807d3" providerId="ADAL" clId="{6E6BB287-36A5-4019-B86C-EECBD7B9E602}" dt="2026-10-09T16:44:08.883" v="4248" actId="478"/>
          <ac:spMkLst>
            <pc:docMk/>
            <pc:sldMk cId="0" sldId="272"/>
            <ac:spMk id="6" creationId="{00000000-0000-0000-0000-000000000000}"/>
          </ac:spMkLst>
        </pc:spChg>
      </pc:sldChg>
      <pc:sldChg chg="addSp modSp new mod">
        <pc:chgData name="Edson Utazi" userId="bcb3a38a-3ad0-4389-89a4-f1f4b25807d3" providerId="ADAL" clId="{6E6BB287-36A5-4019-B86C-EECBD7B9E602}" dt="2026-10-09T21:46:42.624" v="4419" actId="20577"/>
        <pc:sldMkLst>
          <pc:docMk/>
          <pc:sldMk cId="3219131241" sldId="273"/>
        </pc:sldMkLst>
        <pc:spChg chg="add mod">
          <ac:chgData name="Edson Utazi" userId="bcb3a38a-3ad0-4389-89a4-f1f4b25807d3" providerId="ADAL" clId="{6E6BB287-36A5-4019-B86C-EECBD7B9E602}" dt="2026-10-09T21:46:42.624" v="4419" actId="20577"/>
          <ac:spMkLst>
            <pc:docMk/>
            <pc:sldMk cId="3219131241" sldId="273"/>
            <ac:spMk id="3" creationId="{99B61175-420C-B316-8948-4B0BFFCE5473}"/>
          </ac:spMkLst>
        </pc:spChg>
        <pc:spChg chg="add mod">
          <ac:chgData name="Edson Utazi" userId="bcb3a38a-3ad0-4389-89a4-f1f4b25807d3" providerId="ADAL" clId="{6E6BB287-36A5-4019-B86C-EECBD7B9E602}" dt="2026-09-29T19:28:50.479" v="450" actId="1076"/>
          <ac:spMkLst>
            <pc:docMk/>
            <pc:sldMk cId="3219131241" sldId="273"/>
            <ac:spMk id="10" creationId="{E7726B27-4CEA-2547-4C9B-A3186F5AE753}"/>
          </ac:spMkLst>
        </pc:spChg>
        <pc:picChg chg="add mod">
          <ac:chgData name="Edson Utazi" userId="bcb3a38a-3ad0-4389-89a4-f1f4b25807d3" providerId="ADAL" clId="{6E6BB287-36A5-4019-B86C-EECBD7B9E602}" dt="2026-10-09T21:34:07.541" v="4385" actId="1076"/>
          <ac:picMkLst>
            <pc:docMk/>
            <pc:sldMk cId="3219131241" sldId="273"/>
            <ac:picMk id="5" creationId="{1DFFF688-90CD-E06F-9941-90EA814FE2BF}"/>
          </ac:picMkLst>
        </pc:picChg>
        <pc:picChg chg="add mod">
          <ac:chgData name="Edson Utazi" userId="bcb3a38a-3ad0-4389-89a4-f1f4b25807d3" providerId="ADAL" clId="{6E6BB287-36A5-4019-B86C-EECBD7B9E602}" dt="2026-10-09T21:46:23.969" v="4413" actId="1076"/>
          <ac:picMkLst>
            <pc:docMk/>
            <pc:sldMk cId="3219131241" sldId="273"/>
            <ac:picMk id="7" creationId="{795FD326-31BF-FB3A-C2CA-2A88720C8314}"/>
          </ac:picMkLst>
        </pc:picChg>
        <pc:picChg chg="add mod">
          <ac:chgData name="Edson Utazi" userId="bcb3a38a-3ad0-4389-89a4-f1f4b25807d3" providerId="ADAL" clId="{6E6BB287-36A5-4019-B86C-EECBD7B9E602}" dt="2026-10-09T21:46:18.653" v="4412" actId="1076"/>
          <ac:picMkLst>
            <pc:docMk/>
            <pc:sldMk cId="3219131241" sldId="273"/>
            <ac:picMk id="9" creationId="{4F7B3131-C2A3-5B86-2A9D-BEB10D9EAB2A}"/>
          </ac:picMkLst>
        </pc:picChg>
      </pc:sldChg>
      <pc:sldChg chg="addSp delSp modSp new mod">
        <pc:chgData name="Edson Utazi" userId="bcb3a38a-3ad0-4389-89a4-f1f4b25807d3" providerId="ADAL" clId="{6E6BB287-36A5-4019-B86C-EECBD7B9E602}" dt="2026-10-09T21:52:31.196" v="4488" actId="1076"/>
        <pc:sldMkLst>
          <pc:docMk/>
          <pc:sldMk cId="2732100640" sldId="274"/>
        </pc:sldMkLst>
        <pc:spChg chg="add del mod">
          <ac:chgData name="Edson Utazi" userId="bcb3a38a-3ad0-4389-89a4-f1f4b25807d3" providerId="ADAL" clId="{6E6BB287-36A5-4019-B86C-EECBD7B9E602}" dt="2026-10-09T21:51:20.156" v="4478" actId="478"/>
          <ac:spMkLst>
            <pc:docMk/>
            <pc:sldMk cId="2732100640" sldId="274"/>
            <ac:spMk id="3" creationId="{29764AF0-65E5-A788-DECB-8C972B54906E}"/>
          </ac:spMkLst>
        </pc:spChg>
        <pc:spChg chg="add mod">
          <ac:chgData name="Edson Utazi" userId="bcb3a38a-3ad0-4389-89a4-f1f4b25807d3" providerId="ADAL" clId="{6E6BB287-36A5-4019-B86C-EECBD7B9E602}" dt="2026-10-09T21:52:31.196" v="4488" actId="1076"/>
          <ac:spMkLst>
            <pc:docMk/>
            <pc:sldMk cId="2732100640" sldId="274"/>
            <ac:spMk id="6" creationId="{6E998242-4E7D-645D-90C2-A8D38AD32E8D}"/>
          </ac:spMkLst>
        </pc:spChg>
        <pc:spChg chg="add">
          <ac:chgData name="Edson Utazi" userId="bcb3a38a-3ad0-4389-89a4-f1f4b25807d3" providerId="ADAL" clId="{6E6BB287-36A5-4019-B86C-EECBD7B9E602}" dt="2026-10-09T21:51:32.450" v="4481" actId="22"/>
          <ac:spMkLst>
            <pc:docMk/>
            <pc:sldMk cId="2732100640" sldId="274"/>
            <ac:spMk id="7" creationId="{9F0BB625-FB47-0B23-9F0D-0626B8BDC3C1}"/>
          </ac:spMkLst>
        </pc:spChg>
        <pc:picChg chg="add del">
          <ac:chgData name="Edson Utazi" userId="bcb3a38a-3ad0-4389-89a4-f1f4b25807d3" providerId="ADAL" clId="{6E6BB287-36A5-4019-B86C-EECBD7B9E602}" dt="2026-10-09T21:51:22.895" v="4480" actId="22"/>
          <ac:picMkLst>
            <pc:docMk/>
            <pc:sldMk cId="2732100640" sldId="274"/>
            <ac:picMk id="4" creationId="{9547F83D-F69E-B703-A604-2B4222B70961}"/>
          </ac:picMkLst>
        </pc:picChg>
      </pc:sldChg>
      <pc:sldChg chg="addSp delSp modSp add mod">
        <pc:chgData name="Edson Utazi" userId="bcb3a38a-3ad0-4389-89a4-f1f4b25807d3" providerId="ADAL" clId="{6E6BB287-36A5-4019-B86C-EECBD7B9E602}" dt="2026-10-10T07:29:51.729" v="5500" actId="255"/>
        <pc:sldMkLst>
          <pc:docMk/>
          <pc:sldMk cId="3361094731" sldId="275"/>
        </pc:sldMkLst>
        <pc:spChg chg="mod">
          <ac:chgData name="Edson Utazi" userId="bcb3a38a-3ad0-4389-89a4-f1f4b25807d3" providerId="ADAL" clId="{6E6BB287-36A5-4019-B86C-EECBD7B9E602}" dt="2026-10-09T22:09:38.746" v="4692" actId="1038"/>
          <ac:spMkLst>
            <pc:docMk/>
            <pc:sldMk cId="3361094731" sldId="275"/>
            <ac:spMk id="2" creationId="{EACBA6F9-1D4C-6811-363A-2CF76E578D96}"/>
          </ac:spMkLst>
        </pc:spChg>
        <pc:spChg chg="mod">
          <ac:chgData name="Edson Utazi" userId="bcb3a38a-3ad0-4389-89a4-f1f4b25807d3" providerId="ADAL" clId="{6E6BB287-36A5-4019-B86C-EECBD7B9E602}" dt="2026-10-10T07:29:51.729" v="5500" actId="255"/>
          <ac:spMkLst>
            <pc:docMk/>
            <pc:sldMk cId="3361094731" sldId="275"/>
            <ac:spMk id="4" creationId="{22BF2872-BD2C-A2A3-E89F-75D5D768AD2A}"/>
          </ac:spMkLst>
        </pc:spChg>
        <pc:spChg chg="mod">
          <ac:chgData name="Edson Utazi" userId="bcb3a38a-3ad0-4389-89a4-f1f4b25807d3" providerId="ADAL" clId="{6E6BB287-36A5-4019-B86C-EECBD7B9E602}" dt="2026-09-30T09:23:31.364" v="3584" actId="1076"/>
          <ac:spMkLst>
            <pc:docMk/>
            <pc:sldMk cId="3361094731" sldId="275"/>
            <ac:spMk id="6" creationId="{3BF8EA98-D303-5255-A37A-26554E5B0834}"/>
          </ac:spMkLst>
        </pc:spChg>
        <pc:spChg chg="del">
          <ac:chgData name="Edson Utazi" userId="bcb3a38a-3ad0-4389-89a4-f1f4b25807d3" providerId="ADAL" clId="{6E6BB287-36A5-4019-B86C-EECBD7B9E602}" dt="2026-10-09T16:44:23.578" v="4252" actId="478"/>
          <ac:spMkLst>
            <pc:docMk/>
            <pc:sldMk cId="3361094731" sldId="275"/>
            <ac:spMk id="7" creationId="{EAFBD596-49D6-7CEA-D8A8-BDA456F6CDBA}"/>
          </ac:spMkLst>
        </pc:spChg>
        <pc:spChg chg="del">
          <ac:chgData name="Edson Utazi" userId="bcb3a38a-3ad0-4389-89a4-f1f4b25807d3" providerId="ADAL" clId="{6E6BB287-36A5-4019-B86C-EECBD7B9E602}" dt="2026-10-09T16:44:21.825" v="4251" actId="478"/>
          <ac:spMkLst>
            <pc:docMk/>
            <pc:sldMk cId="3361094731" sldId="275"/>
            <ac:spMk id="8" creationId="{D7F8426A-D6D9-9671-E5D3-799C157C3EC9}"/>
          </ac:spMkLst>
        </pc:spChg>
        <pc:spChg chg="add mod">
          <ac:chgData name="Edson Utazi" userId="bcb3a38a-3ad0-4389-89a4-f1f4b25807d3" providerId="ADAL" clId="{6E6BB287-36A5-4019-B86C-EECBD7B9E602}" dt="2026-09-30T09:25:22.371" v="3631" actId="207"/>
          <ac:spMkLst>
            <pc:docMk/>
            <pc:sldMk cId="3361094731" sldId="275"/>
            <ac:spMk id="12" creationId="{AB2EAF5B-1342-7BE8-6E84-E3BFCD93503E}"/>
          </ac:spMkLst>
        </pc:spChg>
        <pc:spChg chg="add mod">
          <ac:chgData name="Edson Utazi" userId="bcb3a38a-3ad0-4389-89a4-f1f4b25807d3" providerId="ADAL" clId="{6E6BB287-36A5-4019-B86C-EECBD7B9E602}" dt="2026-09-30T09:52:29.366" v="4129" actId="1076"/>
          <ac:spMkLst>
            <pc:docMk/>
            <pc:sldMk cId="3361094731" sldId="275"/>
            <ac:spMk id="14" creationId="{63F6F551-5D85-277F-42CE-5A97C8EA3FB1}"/>
          </ac:spMkLst>
        </pc:spChg>
        <pc:graphicFrameChg chg="add mod modGraphic">
          <ac:chgData name="Edson Utazi" userId="bcb3a38a-3ad0-4389-89a4-f1f4b25807d3" providerId="ADAL" clId="{6E6BB287-36A5-4019-B86C-EECBD7B9E602}" dt="2026-09-30T09:24:21.165" v="3598" actId="20577"/>
          <ac:graphicFrameMkLst>
            <pc:docMk/>
            <pc:sldMk cId="3361094731" sldId="275"/>
            <ac:graphicFrameMk id="11" creationId="{8A7F724F-52DE-6281-0622-BF08C39B4E62}"/>
          </ac:graphicFrameMkLst>
        </pc:graphicFrameChg>
        <pc:picChg chg="add mod">
          <ac:chgData name="Edson Utazi" userId="bcb3a38a-3ad0-4389-89a4-f1f4b25807d3" providerId="ADAL" clId="{6E6BB287-36A5-4019-B86C-EECBD7B9E602}" dt="2026-10-10T07:29:44.762" v="5499" actId="1076"/>
          <ac:picMkLst>
            <pc:docMk/>
            <pc:sldMk cId="3361094731" sldId="275"/>
            <ac:picMk id="10" creationId="{F64B001B-723F-6A6F-02D9-9625511C0F51}"/>
          </ac:picMkLst>
        </pc:picChg>
      </pc:sldChg>
      <pc:sldChg chg="addSp delSp modSp add mod">
        <pc:chgData name="Edson Utazi" userId="bcb3a38a-3ad0-4389-89a4-f1f4b25807d3" providerId="ADAL" clId="{6E6BB287-36A5-4019-B86C-EECBD7B9E602}" dt="2026-10-10T07:33:58.850" v="5514" actId="1036"/>
        <pc:sldMkLst>
          <pc:docMk/>
          <pc:sldMk cId="2923785869" sldId="276"/>
        </pc:sldMkLst>
        <pc:spChg chg="mod">
          <ac:chgData name="Edson Utazi" userId="bcb3a38a-3ad0-4389-89a4-f1f4b25807d3" providerId="ADAL" clId="{6E6BB287-36A5-4019-B86C-EECBD7B9E602}" dt="2026-10-09T22:11:42.672" v="4701" actId="1076"/>
          <ac:spMkLst>
            <pc:docMk/>
            <pc:sldMk cId="2923785869" sldId="276"/>
            <ac:spMk id="2" creationId="{B40686D1-B702-FFE3-9913-3D9CED959B2B}"/>
          </ac:spMkLst>
        </pc:spChg>
        <pc:spChg chg="del">
          <ac:chgData name="Edson Utazi" userId="bcb3a38a-3ad0-4389-89a4-f1f4b25807d3" providerId="ADAL" clId="{6E6BB287-36A5-4019-B86C-EECBD7B9E602}" dt="2026-10-09T16:44:17.033" v="4250" actId="478"/>
          <ac:spMkLst>
            <pc:docMk/>
            <pc:sldMk cId="2923785869" sldId="276"/>
            <ac:spMk id="7" creationId="{00A79DD3-21B9-0BBD-DA34-296EBB458D69}"/>
          </ac:spMkLst>
        </pc:spChg>
        <pc:spChg chg="add mod">
          <ac:chgData name="Edson Utazi" userId="bcb3a38a-3ad0-4389-89a4-f1f4b25807d3" providerId="ADAL" clId="{6E6BB287-36A5-4019-B86C-EECBD7B9E602}" dt="2026-10-09T22:12:03.911" v="4704" actId="1076"/>
          <ac:spMkLst>
            <pc:docMk/>
            <pc:sldMk cId="2923785869" sldId="276"/>
            <ac:spMk id="10" creationId="{32DABBC4-836A-3231-7392-D90E9EA24E90}"/>
          </ac:spMkLst>
        </pc:spChg>
        <pc:spChg chg="add mod">
          <ac:chgData name="Edson Utazi" userId="bcb3a38a-3ad0-4389-89a4-f1f4b25807d3" providerId="ADAL" clId="{6E6BB287-36A5-4019-B86C-EECBD7B9E602}" dt="2026-10-10T07:33:58.850" v="5514" actId="1036"/>
          <ac:spMkLst>
            <pc:docMk/>
            <pc:sldMk cId="2923785869" sldId="276"/>
            <ac:spMk id="13" creationId="{9BC36C5A-AD64-1F8E-38D3-F051478AC9EE}"/>
          </ac:spMkLst>
        </pc:spChg>
        <pc:spChg chg="add mod">
          <ac:chgData name="Edson Utazi" userId="bcb3a38a-3ad0-4389-89a4-f1f4b25807d3" providerId="ADAL" clId="{6E6BB287-36A5-4019-B86C-EECBD7B9E602}" dt="2026-09-30T09:43:59.853" v="4092" actId="1076"/>
          <ac:spMkLst>
            <pc:docMk/>
            <pc:sldMk cId="2923785869" sldId="276"/>
            <ac:spMk id="14" creationId="{27FBB07B-FAF2-FD80-9A5E-4310C8C6178D}"/>
          </ac:spMkLst>
        </pc:spChg>
        <pc:picChg chg="add mod">
          <ac:chgData name="Edson Utazi" userId="bcb3a38a-3ad0-4389-89a4-f1f4b25807d3" providerId="ADAL" clId="{6E6BB287-36A5-4019-B86C-EECBD7B9E602}" dt="2026-10-10T07:33:58.850" v="5514" actId="1036"/>
          <ac:picMkLst>
            <pc:docMk/>
            <pc:sldMk cId="2923785869" sldId="276"/>
            <ac:picMk id="16" creationId="{93639826-5F6C-0B4A-A9B6-DFC47823163E}"/>
          </ac:picMkLst>
        </pc:picChg>
      </pc:sldChg>
      <pc:sldChg chg="addSp modSp new mod">
        <pc:chgData name="Edson Utazi" userId="bcb3a38a-3ad0-4389-89a4-f1f4b25807d3" providerId="ADAL" clId="{6E6BB287-36A5-4019-B86C-EECBD7B9E602}" dt="2026-10-10T07:34:32.062" v="5526" actId="20577"/>
        <pc:sldMkLst>
          <pc:docMk/>
          <pc:sldMk cId="3910374776" sldId="278"/>
        </pc:sldMkLst>
        <pc:spChg chg="add mod">
          <ac:chgData name="Edson Utazi" userId="bcb3a38a-3ad0-4389-89a4-f1f4b25807d3" providerId="ADAL" clId="{6E6BB287-36A5-4019-B86C-EECBD7B9E602}" dt="2026-10-10T07:34:32.062" v="5526" actId="20577"/>
          <ac:spMkLst>
            <pc:docMk/>
            <pc:sldMk cId="3910374776" sldId="278"/>
            <ac:spMk id="3" creationId="{3BD421E4-FCDD-45EC-755F-B75330DF0068}"/>
          </ac:spMkLst>
        </pc:spChg>
        <pc:spChg chg="add mod">
          <ac:chgData name="Edson Utazi" userId="bcb3a38a-3ad0-4389-89a4-f1f4b25807d3" providerId="ADAL" clId="{6E6BB287-36A5-4019-B86C-EECBD7B9E602}" dt="2026-10-09T22:15:52.489" v="4744" actId="1076"/>
          <ac:spMkLst>
            <pc:docMk/>
            <pc:sldMk cId="3910374776" sldId="278"/>
            <ac:spMk id="4" creationId="{0A51C8BD-272A-0187-4E61-FFE4DF0FCF3D}"/>
          </ac:spMkLst>
        </pc:spChg>
      </pc:sldChg>
      <pc:sldChg chg="addSp delSp modSp new del mod ord">
        <pc:chgData name="Edson Utazi" userId="bcb3a38a-3ad0-4389-89a4-f1f4b25807d3" providerId="ADAL" clId="{6E6BB287-36A5-4019-B86C-EECBD7B9E602}" dt="2026-10-10T07:41:46.882" v="5645" actId="2696"/>
        <pc:sldMkLst>
          <pc:docMk/>
          <pc:sldMk cId="2428403173" sldId="279"/>
        </pc:sldMkLst>
        <pc:spChg chg="add del">
          <ac:chgData name="Edson Utazi" userId="bcb3a38a-3ad0-4389-89a4-f1f4b25807d3" providerId="ADAL" clId="{6E6BB287-36A5-4019-B86C-EECBD7B9E602}" dt="2026-10-09T22:13:20.449" v="4717" actId="478"/>
          <ac:spMkLst>
            <pc:docMk/>
            <pc:sldMk cId="2428403173" sldId="279"/>
            <ac:spMk id="3" creationId="{A8DECE2D-FF61-7C68-6F7E-6A9115AC342B}"/>
          </ac:spMkLst>
        </pc:spChg>
        <pc:spChg chg="add mod">
          <ac:chgData name="Edson Utazi" userId="bcb3a38a-3ad0-4389-89a4-f1f4b25807d3" providerId="ADAL" clId="{6E6BB287-36A5-4019-B86C-EECBD7B9E602}" dt="2026-10-09T22:17:52.756" v="4760" actId="1076"/>
          <ac:spMkLst>
            <pc:docMk/>
            <pc:sldMk cId="2428403173" sldId="279"/>
            <ac:spMk id="4" creationId="{8ADD854D-756E-201D-BBAD-F4CB10FE0660}"/>
          </ac:spMkLst>
        </pc:spChg>
        <pc:spChg chg="add mod">
          <ac:chgData name="Edson Utazi" userId="bcb3a38a-3ad0-4389-89a4-f1f4b25807d3" providerId="ADAL" clId="{6E6BB287-36A5-4019-B86C-EECBD7B9E602}" dt="2026-10-10T07:35:18.065" v="5586" actId="20577"/>
          <ac:spMkLst>
            <pc:docMk/>
            <pc:sldMk cId="2428403173" sldId="279"/>
            <ac:spMk id="5" creationId="{0C7EB561-F689-0DF5-1508-70E2A39C6A0C}"/>
          </ac:spMkLst>
        </pc:spChg>
      </pc:sldChg>
      <pc:sldChg chg="addSp delSp modSp new mod">
        <pc:chgData name="Edson Utazi" userId="bcb3a38a-3ad0-4389-89a4-f1f4b25807d3" providerId="ADAL" clId="{6E6BB287-36A5-4019-B86C-EECBD7B9E602}" dt="2026-10-10T07:34:41.696" v="5538" actId="20577"/>
        <pc:sldMkLst>
          <pc:docMk/>
          <pc:sldMk cId="724084656" sldId="280"/>
        </pc:sldMkLst>
        <pc:spChg chg="add del">
          <ac:chgData name="Edson Utazi" userId="bcb3a38a-3ad0-4389-89a4-f1f4b25807d3" providerId="ADAL" clId="{6E6BB287-36A5-4019-B86C-EECBD7B9E602}" dt="2026-10-09T22:12:51.849" v="4709" actId="478"/>
          <ac:spMkLst>
            <pc:docMk/>
            <pc:sldMk cId="724084656" sldId="280"/>
            <ac:spMk id="3" creationId="{60D5B726-C5D4-DFB2-5D6B-A863D0FCABD7}"/>
          </ac:spMkLst>
        </pc:spChg>
        <pc:spChg chg="add mod">
          <ac:chgData name="Edson Utazi" userId="bcb3a38a-3ad0-4389-89a4-f1f4b25807d3" providerId="ADAL" clId="{6E6BB287-36A5-4019-B86C-EECBD7B9E602}" dt="2026-10-10T07:34:41.696" v="5538" actId="20577"/>
          <ac:spMkLst>
            <pc:docMk/>
            <pc:sldMk cId="724084656" sldId="280"/>
            <ac:spMk id="4" creationId="{B2739322-D824-5BC7-6DD6-8FE7F5C370CD}"/>
          </ac:spMkLst>
        </pc:spChg>
        <pc:spChg chg="add mod">
          <ac:chgData name="Edson Utazi" userId="bcb3a38a-3ad0-4389-89a4-f1f4b25807d3" providerId="ADAL" clId="{6E6BB287-36A5-4019-B86C-EECBD7B9E602}" dt="2026-10-09T22:16:42.001" v="4749" actId="1076"/>
          <ac:spMkLst>
            <pc:docMk/>
            <pc:sldMk cId="724084656" sldId="280"/>
            <ac:spMk id="6" creationId="{D3BBCB1D-4622-CFF5-0C11-E769A67D5518}"/>
          </ac:spMkLst>
        </pc:spChg>
      </pc:sldChg>
      <pc:sldChg chg="addSp delSp modSp add mod">
        <pc:chgData name="Edson Utazi" userId="bcb3a38a-3ad0-4389-89a4-f1f4b25807d3" providerId="ADAL" clId="{6E6BB287-36A5-4019-B86C-EECBD7B9E602}" dt="2026-10-10T07:35:09.110" v="5574" actId="20577"/>
        <pc:sldMkLst>
          <pc:docMk/>
          <pc:sldMk cId="1758883080" sldId="281"/>
        </pc:sldMkLst>
        <pc:spChg chg="add mod">
          <ac:chgData name="Edson Utazi" userId="bcb3a38a-3ad0-4389-89a4-f1f4b25807d3" providerId="ADAL" clId="{6E6BB287-36A5-4019-B86C-EECBD7B9E602}" dt="2026-10-09T22:17:34.724" v="4757" actId="255"/>
          <ac:spMkLst>
            <pc:docMk/>
            <pc:sldMk cId="1758883080" sldId="281"/>
            <ac:spMk id="2" creationId="{CA3FE97E-A132-267B-24EA-44DDC5B82DEE}"/>
          </ac:spMkLst>
        </pc:spChg>
        <pc:spChg chg="del">
          <ac:chgData name="Edson Utazi" userId="bcb3a38a-3ad0-4389-89a4-f1f4b25807d3" providerId="ADAL" clId="{6E6BB287-36A5-4019-B86C-EECBD7B9E602}" dt="2026-10-09T22:13:11.912" v="4715" actId="478"/>
          <ac:spMkLst>
            <pc:docMk/>
            <pc:sldMk cId="1758883080" sldId="281"/>
            <ac:spMk id="3" creationId="{B032DD3E-BF40-275A-F5B4-2B5CACB791CE}"/>
          </ac:spMkLst>
        </pc:spChg>
        <pc:spChg chg="add mod">
          <ac:chgData name="Edson Utazi" userId="bcb3a38a-3ad0-4389-89a4-f1f4b25807d3" providerId="ADAL" clId="{6E6BB287-36A5-4019-B86C-EECBD7B9E602}" dt="2026-10-10T07:35:09.110" v="5574" actId="20577"/>
          <ac:spMkLst>
            <pc:docMk/>
            <pc:sldMk cId="1758883080" sldId="281"/>
            <ac:spMk id="5" creationId="{3095A41F-B5ED-9E03-05D7-9E9ABF927A84}"/>
          </ac:spMkLst>
        </pc:spChg>
      </pc:sldChg>
      <pc:sldChg chg="addSp delSp modSp add mod">
        <pc:chgData name="Edson Utazi" userId="bcb3a38a-3ad0-4389-89a4-f1f4b25807d3" providerId="ADAL" clId="{6E6BB287-36A5-4019-B86C-EECBD7B9E602}" dt="2026-10-10T07:35:01.956" v="5562" actId="20577"/>
        <pc:sldMkLst>
          <pc:docMk/>
          <pc:sldMk cId="2555554346" sldId="282"/>
        </pc:sldMkLst>
        <pc:spChg chg="add mod">
          <ac:chgData name="Edson Utazi" userId="bcb3a38a-3ad0-4389-89a4-f1f4b25807d3" providerId="ADAL" clId="{6E6BB287-36A5-4019-B86C-EECBD7B9E602}" dt="2026-10-09T22:17:19.595" v="4756" actId="255"/>
          <ac:spMkLst>
            <pc:docMk/>
            <pc:sldMk cId="2555554346" sldId="282"/>
            <ac:spMk id="2" creationId="{2DC4831C-0C7D-B28E-74C5-61DCE82F16CB}"/>
          </ac:spMkLst>
        </pc:spChg>
        <pc:spChg chg="del">
          <ac:chgData name="Edson Utazi" userId="bcb3a38a-3ad0-4389-89a4-f1f4b25807d3" providerId="ADAL" clId="{6E6BB287-36A5-4019-B86C-EECBD7B9E602}" dt="2026-10-09T22:13:05.737" v="4713" actId="478"/>
          <ac:spMkLst>
            <pc:docMk/>
            <pc:sldMk cId="2555554346" sldId="282"/>
            <ac:spMk id="3" creationId="{CEB24278-70A4-BE54-67B0-DE4B5E1B99D2}"/>
          </ac:spMkLst>
        </pc:spChg>
        <pc:spChg chg="add mod">
          <ac:chgData name="Edson Utazi" userId="bcb3a38a-3ad0-4389-89a4-f1f4b25807d3" providerId="ADAL" clId="{6E6BB287-36A5-4019-B86C-EECBD7B9E602}" dt="2026-10-10T07:35:01.956" v="5562" actId="20577"/>
          <ac:spMkLst>
            <pc:docMk/>
            <pc:sldMk cId="2555554346" sldId="282"/>
            <ac:spMk id="5" creationId="{C77B73CB-1881-A075-9AE7-1BAFB60CBEDB}"/>
          </ac:spMkLst>
        </pc:spChg>
      </pc:sldChg>
      <pc:sldChg chg="addSp delSp modSp add mod">
        <pc:chgData name="Edson Utazi" userId="bcb3a38a-3ad0-4389-89a4-f1f4b25807d3" providerId="ADAL" clId="{6E6BB287-36A5-4019-B86C-EECBD7B9E602}" dt="2026-10-10T07:34:51.756" v="5550" actId="20577"/>
        <pc:sldMkLst>
          <pc:docMk/>
          <pc:sldMk cId="1866329125" sldId="283"/>
        </pc:sldMkLst>
        <pc:spChg chg="add mod">
          <ac:chgData name="Edson Utazi" userId="bcb3a38a-3ad0-4389-89a4-f1f4b25807d3" providerId="ADAL" clId="{6E6BB287-36A5-4019-B86C-EECBD7B9E602}" dt="2026-10-09T22:17:10.169" v="4755" actId="1076"/>
          <ac:spMkLst>
            <pc:docMk/>
            <pc:sldMk cId="1866329125" sldId="283"/>
            <ac:spMk id="2" creationId="{95AC085E-E9F7-B25D-17A0-CDE78EB76834}"/>
          </ac:spMkLst>
        </pc:spChg>
        <pc:spChg chg="del">
          <ac:chgData name="Edson Utazi" userId="bcb3a38a-3ad0-4389-89a4-f1f4b25807d3" providerId="ADAL" clId="{6E6BB287-36A5-4019-B86C-EECBD7B9E602}" dt="2026-10-09T22:12:59.761" v="4711" actId="478"/>
          <ac:spMkLst>
            <pc:docMk/>
            <pc:sldMk cId="1866329125" sldId="283"/>
            <ac:spMk id="3" creationId="{54552BD5-8EB9-A90B-8E6B-57F5C996B053}"/>
          </ac:spMkLst>
        </pc:spChg>
        <pc:spChg chg="add mod">
          <ac:chgData name="Edson Utazi" userId="bcb3a38a-3ad0-4389-89a4-f1f4b25807d3" providerId="ADAL" clId="{6E6BB287-36A5-4019-B86C-EECBD7B9E602}" dt="2026-10-10T07:34:51.756" v="5550" actId="20577"/>
          <ac:spMkLst>
            <pc:docMk/>
            <pc:sldMk cId="1866329125" sldId="283"/>
            <ac:spMk id="5" creationId="{092B4F39-3B2C-EA5D-0D14-94C1024E66AC}"/>
          </ac:spMkLst>
        </pc:spChg>
      </pc:sldChg>
      <pc:sldChg chg="modSp add mod">
        <pc:chgData name="Edson Utazi" userId="bcb3a38a-3ad0-4389-89a4-f1f4b25807d3" providerId="ADAL" clId="{6E6BB287-36A5-4019-B86C-EECBD7B9E602}" dt="2026-10-09T22:25:25.606" v="5247" actId="1076"/>
        <pc:sldMkLst>
          <pc:docMk/>
          <pc:sldMk cId="587861640" sldId="321"/>
        </pc:sldMkLst>
        <pc:spChg chg="mod">
          <ac:chgData name="Edson Utazi" userId="bcb3a38a-3ad0-4389-89a4-f1f4b25807d3" providerId="ADAL" clId="{6E6BB287-36A5-4019-B86C-EECBD7B9E602}" dt="2026-10-09T22:25:25.606" v="5247" actId="1076"/>
          <ac:spMkLst>
            <pc:docMk/>
            <pc:sldMk cId="587861640" sldId="321"/>
            <ac:spMk id="142" creationId="{00000000-0000-0000-0000-000000000000}"/>
          </ac:spMkLst>
        </pc:spChg>
      </pc:sldChg>
      <pc:sldChg chg="addSp delSp modSp new mod ord">
        <pc:chgData name="Edson Utazi" userId="bcb3a38a-3ad0-4389-89a4-f1f4b25807d3" providerId="ADAL" clId="{6E6BB287-36A5-4019-B86C-EECBD7B9E602}" dt="2026-10-09T21:46:32.277" v="4415" actId="20577"/>
        <pc:sldMkLst>
          <pc:docMk/>
          <pc:sldMk cId="1476441648" sldId="322"/>
        </pc:sldMkLst>
        <pc:spChg chg="add mod">
          <ac:chgData name="Edson Utazi" userId="bcb3a38a-3ad0-4389-89a4-f1f4b25807d3" providerId="ADAL" clId="{6E6BB287-36A5-4019-B86C-EECBD7B9E602}" dt="2026-10-09T21:46:32.277" v="4415" actId="20577"/>
          <ac:spMkLst>
            <pc:docMk/>
            <pc:sldMk cId="1476441648" sldId="322"/>
            <ac:spMk id="5" creationId="{B3C8BEED-4C95-BCEA-6534-75BBD848D5BA}"/>
          </ac:spMkLst>
        </pc:spChg>
        <pc:spChg chg="add del mod">
          <ac:chgData name="Edson Utazi" userId="bcb3a38a-3ad0-4389-89a4-f1f4b25807d3" providerId="ADAL" clId="{6E6BB287-36A5-4019-B86C-EECBD7B9E602}" dt="2026-10-09T21:42:20.741" v="4400" actId="478"/>
          <ac:spMkLst>
            <pc:docMk/>
            <pc:sldMk cId="1476441648" sldId="322"/>
            <ac:spMk id="6" creationId="{E69C2C90-F6D3-8BA4-9AA2-211789CDF100}"/>
          </ac:spMkLst>
        </pc:spChg>
        <pc:picChg chg="add mod">
          <ac:chgData name="Edson Utazi" userId="bcb3a38a-3ad0-4389-89a4-f1f4b25807d3" providerId="ADAL" clId="{6E6BB287-36A5-4019-B86C-EECBD7B9E602}" dt="2026-10-09T21:42:32.315" v="4404" actId="1076"/>
          <ac:picMkLst>
            <pc:docMk/>
            <pc:sldMk cId="1476441648" sldId="322"/>
            <ac:picMk id="3" creationId="{75438B4C-9A2D-487E-1B6E-051AAEFA3D14}"/>
          </ac:picMkLst>
        </pc:picChg>
        <pc:picChg chg="add mod">
          <ac:chgData name="Edson Utazi" userId="bcb3a38a-3ad0-4389-89a4-f1f4b25807d3" providerId="ADAL" clId="{6E6BB287-36A5-4019-B86C-EECBD7B9E602}" dt="2026-10-09T21:43:28.846" v="4408" actId="14100"/>
          <ac:picMkLst>
            <pc:docMk/>
            <pc:sldMk cId="1476441648" sldId="322"/>
            <ac:picMk id="8" creationId="{46B8B599-53C4-CC72-3660-D7ACFC422D02}"/>
          </ac:picMkLst>
        </pc:picChg>
        <pc:picChg chg="add mod">
          <ac:chgData name="Edson Utazi" userId="bcb3a38a-3ad0-4389-89a4-f1f4b25807d3" providerId="ADAL" clId="{6E6BB287-36A5-4019-B86C-EECBD7B9E602}" dt="2026-10-09T21:43:20.870" v="4407" actId="1076"/>
          <ac:picMkLst>
            <pc:docMk/>
            <pc:sldMk cId="1476441648" sldId="322"/>
            <ac:picMk id="10" creationId="{5F30E0CB-BF95-E962-37C6-45F369953DEE}"/>
          </ac:picMkLst>
        </pc:picChg>
      </pc:sldChg>
      <pc:sldChg chg="addSp modSp new mod">
        <pc:chgData name="Edson Utazi" userId="bcb3a38a-3ad0-4389-89a4-f1f4b25807d3" providerId="ADAL" clId="{6E6BB287-36A5-4019-B86C-EECBD7B9E602}" dt="2026-10-09T21:57:02.188" v="4598" actId="1076"/>
        <pc:sldMkLst>
          <pc:docMk/>
          <pc:sldMk cId="402476446" sldId="323"/>
        </pc:sldMkLst>
        <pc:spChg chg="add">
          <ac:chgData name="Edson Utazi" userId="bcb3a38a-3ad0-4389-89a4-f1f4b25807d3" providerId="ADAL" clId="{6E6BB287-36A5-4019-B86C-EECBD7B9E602}" dt="2026-10-09T21:55:03.950" v="4595" actId="22"/>
          <ac:spMkLst>
            <pc:docMk/>
            <pc:sldMk cId="402476446" sldId="323"/>
            <ac:spMk id="3" creationId="{7FE34529-7142-E164-8C29-9B51B1ED587F}"/>
          </ac:spMkLst>
        </pc:spChg>
        <pc:picChg chg="add mod">
          <ac:chgData name="Edson Utazi" userId="bcb3a38a-3ad0-4389-89a4-f1f4b25807d3" providerId="ADAL" clId="{6E6BB287-36A5-4019-B86C-EECBD7B9E602}" dt="2026-10-09T21:57:02.188" v="4598" actId="1076"/>
          <ac:picMkLst>
            <pc:docMk/>
            <pc:sldMk cId="402476446" sldId="323"/>
            <ac:picMk id="5" creationId="{2A255C3B-B109-49D9-6695-16D66FD4EFD4}"/>
          </ac:picMkLst>
        </pc:picChg>
      </pc:sldChg>
      <pc:sldChg chg="addSp modSp new mod">
        <pc:chgData name="Edson Utazi" userId="bcb3a38a-3ad0-4389-89a4-f1f4b25807d3" providerId="ADAL" clId="{6E6BB287-36A5-4019-B86C-EECBD7B9E602}" dt="2026-10-10T07:46:16.245" v="5744" actId="20577"/>
        <pc:sldMkLst>
          <pc:docMk/>
          <pc:sldMk cId="2525508499" sldId="324"/>
        </pc:sldMkLst>
        <pc:spChg chg="add mod">
          <ac:chgData name="Edson Utazi" userId="bcb3a38a-3ad0-4389-89a4-f1f4b25807d3" providerId="ADAL" clId="{6E6BB287-36A5-4019-B86C-EECBD7B9E602}" dt="2026-10-10T07:37:57.098" v="5589" actId="20577"/>
          <ac:spMkLst>
            <pc:docMk/>
            <pc:sldMk cId="2525508499" sldId="324"/>
            <ac:spMk id="3" creationId="{9539A7C2-601D-02D7-3F80-C09EAC7061FE}"/>
          </ac:spMkLst>
        </pc:spChg>
        <pc:spChg chg="add mod">
          <ac:chgData name="Edson Utazi" userId="bcb3a38a-3ad0-4389-89a4-f1f4b25807d3" providerId="ADAL" clId="{6E6BB287-36A5-4019-B86C-EECBD7B9E602}" dt="2026-10-10T07:46:16.245" v="5744" actId="20577"/>
          <ac:spMkLst>
            <pc:docMk/>
            <pc:sldMk cId="2525508499" sldId="324"/>
            <ac:spMk id="4" creationId="{AD15C877-4B25-6AD5-CD53-1EE4F7E9A38F}"/>
          </ac:spMkLst>
        </pc:spChg>
      </pc:sldChg>
      <pc:sldMasterChg chg="addSp modSp mod">
        <pc:chgData name="Edson Utazi" userId="bcb3a38a-3ad0-4389-89a4-f1f4b25807d3" providerId="ADAL" clId="{6E6BB287-36A5-4019-B86C-EECBD7B9E602}" dt="2026-10-09T21:24:47.508" v="4272" actId="14100"/>
        <pc:sldMasterMkLst>
          <pc:docMk/>
          <pc:sldMasterMk cId="2209977519" sldId="2147483648"/>
        </pc:sldMasterMkLst>
        <pc:spChg chg="add">
          <ac:chgData name="Edson Utazi" userId="bcb3a38a-3ad0-4389-89a4-f1f4b25807d3" providerId="ADAL" clId="{6E6BB287-36A5-4019-B86C-EECBD7B9E602}" dt="2026-10-09T21:24:28.066" v="4269" actId="11529"/>
          <ac:spMkLst>
            <pc:docMk/>
            <pc:sldMasterMk cId="2209977519" sldId="2147483648"/>
            <ac:spMk id="7" creationId="{FE3C0040-0EA3-8843-B6AB-C4177B9315F1}"/>
          </ac:spMkLst>
        </pc:spChg>
        <pc:spChg chg="add mod">
          <ac:chgData name="Edson Utazi" userId="bcb3a38a-3ad0-4389-89a4-f1f4b25807d3" providerId="ADAL" clId="{6E6BB287-36A5-4019-B86C-EECBD7B9E602}" dt="2026-10-09T21:24:47.508" v="4272" actId="14100"/>
          <ac:spMkLst>
            <pc:docMk/>
            <pc:sldMasterMk cId="2209977519" sldId="2147483648"/>
            <ac:spMk id="9" creationId="{9D292EA9-51A4-DBEB-4755-429A5241D793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242B6-C1A7-475B-B3D0-4C405D78C4F2}" type="datetimeFigureOut">
              <a:rPr lang="en-GB" smtClean="0"/>
              <a:t>09/10/2026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A3CFF-1FC0-4583-AA60-6BB8693EB9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821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Shape 139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7458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3CFF-1FC0-4583-AA60-6BB8693EB94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591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wrap="square" lIns="121897" tIns="121897" rIns="121897" bIns="121897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wrap="square" lIns="121897" tIns="121897" rIns="121897" bIns="121897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wrap="square" lIns="121897" tIns="121897" rIns="121897" bIns="121897" anchor="ctr" anchorCtr="0">
            <a:noAutofit/>
          </a:bodyPr>
          <a:lstStyle/>
          <a:p>
            <a:fld id="{00000000-1234-1234-1234-123412341234}" type="slidenum">
              <a:rPr lang="sv" smtClean="0"/>
              <a:pPr/>
              <a:t>‹#›</a:t>
            </a:fld>
            <a:endParaRPr lang="sv"/>
          </a:p>
        </p:txBody>
      </p:sp>
    </p:spTree>
    <p:extLst>
      <p:ext uri="{BB962C8B-B14F-4D97-AF65-F5344CB8AC3E}">
        <p14:creationId xmlns:p14="http://schemas.microsoft.com/office/powerpoint/2010/main" val="2312552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3C0040-0EA3-8843-B6AB-C4177B9315F1}"/>
              </a:ext>
            </a:extLst>
          </p:cNvPr>
          <p:cNvSpPr/>
          <p:nvPr userDrawn="1"/>
        </p:nvSpPr>
        <p:spPr>
          <a:xfrm>
            <a:off x="0" y="0"/>
            <a:ext cx="12192000" cy="82203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292EA9-51A4-DBEB-4755-429A5241D793}"/>
              </a:ext>
            </a:extLst>
          </p:cNvPr>
          <p:cNvSpPr/>
          <p:nvPr userDrawn="1"/>
        </p:nvSpPr>
        <p:spPr>
          <a:xfrm>
            <a:off x="0" y="6721474"/>
            <a:ext cx="12192000" cy="1365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hiny.posit.co/r/getstarted/shiny-basics/lesson1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hinyapps.io/" TargetMode="External"/><Relationship Id="rId4" Type="http://schemas.openxmlformats.org/officeDocument/2006/relationships/hyperlink" Target="https://shiny.posit.co/r/gallery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drr.io/pkg/shiny/man/shinyApp.html" TargetMode="External"/><Relationship Id="rId2" Type="http://schemas.openxmlformats.org/officeDocument/2006/relationships/hyperlink" Target="https://rdrr.io/pkg/shiny/man/fluidPage.html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shiny.posit.co/r/gallery/widgets/widget-gallery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shiny.posit.co/r/articles/build/layout-guide/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hinyapps.io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raccount.shinyapps.io/my-first-shiny-app/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Shape 141"/>
          <p:cNvPicPr preferRelativeResize="0"/>
          <p:nvPr/>
        </p:nvPicPr>
        <p:blipFill rotWithShape="1">
          <a:blip r:embed="rId3">
            <a:alphaModFix/>
          </a:blip>
          <a:srcRect t="16840"/>
          <a:stretch/>
        </p:blipFill>
        <p:spPr>
          <a:xfrm>
            <a:off x="0" y="0"/>
            <a:ext cx="12191992" cy="5519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Shape 142"/>
          <p:cNvSpPr txBox="1"/>
          <p:nvPr/>
        </p:nvSpPr>
        <p:spPr>
          <a:xfrm>
            <a:off x="994059" y="1303153"/>
            <a:ext cx="10203873" cy="993776"/>
          </a:xfrm>
          <a:prstGeom prst="rect">
            <a:avLst/>
          </a:prstGeom>
          <a:noFill/>
          <a:ln>
            <a:noFill/>
          </a:ln>
        </p:spPr>
        <p:txBody>
          <a:bodyPr wrap="square" lIns="121897" tIns="121897" rIns="121897" bIns="121897" anchor="t" anchorCtr="0">
            <a:noAutofit/>
          </a:bodyPr>
          <a:lstStyle/>
          <a:p>
            <a:pPr algn="ctr">
              <a:buClr>
                <a:schemeClr val="dk1"/>
              </a:buClr>
              <a:buSzPct val="34375"/>
            </a:pPr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Building interactive web apps using R Shiny</a:t>
            </a:r>
          </a:p>
          <a:p>
            <a:pPr algn="ctr">
              <a:buClr>
                <a:schemeClr val="dk1"/>
              </a:buClr>
              <a:buSzPct val="34375"/>
            </a:pPr>
            <a:endParaRPr lang="en-GB" sz="4400" b="1" dirty="0">
              <a:solidFill>
                <a:srgbClr val="FFFFFF"/>
              </a:solidFill>
              <a:latin typeface="Aptos" panose="020B0004020202020204" pitchFamily="34" charset="0"/>
              <a:ea typeface="Merriweather"/>
              <a:cs typeface="Arial" panose="020B0604020202020204" pitchFamily="34" charset="0"/>
              <a:sym typeface="Merriweather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219993" y="4823291"/>
            <a:ext cx="1752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Aptos" panose="020B0004020202020204" pitchFamily="34" charset="0"/>
              </a:rPr>
              <a:t>October 2026</a:t>
            </a:r>
          </a:p>
        </p:txBody>
      </p:sp>
      <p:cxnSp>
        <p:nvCxnSpPr>
          <p:cNvPr id="5" name="Shape 143">
            <a:extLst>
              <a:ext uri="{FF2B5EF4-FFF2-40B4-BE49-F238E27FC236}">
                <a16:creationId xmlns:a16="http://schemas.microsoft.com/office/drawing/2014/main" id="{FDA9D3D2-41CB-1B35-5FE2-08BB1ECC1B1B}"/>
              </a:ext>
            </a:extLst>
          </p:cNvPr>
          <p:cNvCxnSpPr>
            <a:cxnSpLocks/>
          </p:cNvCxnSpPr>
          <p:nvPr/>
        </p:nvCxnSpPr>
        <p:spPr>
          <a:xfrm>
            <a:off x="5062862" y="3254457"/>
            <a:ext cx="1995791" cy="0"/>
          </a:xfrm>
          <a:prstGeom prst="straightConnector1">
            <a:avLst/>
          </a:prstGeom>
          <a:noFill/>
          <a:ln w="38100" cap="flat" cmpd="sng">
            <a:solidFill>
              <a:srgbClr val="FFFFFF"/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Shape 144">
            <a:extLst>
              <a:ext uri="{FF2B5EF4-FFF2-40B4-BE49-F238E27FC236}">
                <a16:creationId xmlns:a16="http://schemas.microsoft.com/office/drawing/2014/main" id="{1F3066EF-B601-07B4-2C33-E66B9D7F3537}"/>
              </a:ext>
            </a:extLst>
          </p:cNvPr>
          <p:cNvSpPr txBox="1"/>
          <p:nvPr/>
        </p:nvSpPr>
        <p:spPr>
          <a:xfrm>
            <a:off x="4826936" y="3262280"/>
            <a:ext cx="2503870" cy="624085"/>
          </a:xfrm>
          <a:prstGeom prst="rect">
            <a:avLst/>
          </a:prstGeom>
          <a:noFill/>
          <a:ln>
            <a:noFill/>
          </a:ln>
        </p:spPr>
        <p:txBody>
          <a:bodyPr wrap="square" lIns="121897" tIns="121897" rIns="121897" bIns="121897" anchor="t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Arial"/>
                <a:ea typeface="Roboto"/>
                <a:cs typeface="Arial"/>
                <a:sym typeface="Roboto"/>
              </a:rPr>
              <a:t>C. Edson Utazi</a:t>
            </a:r>
            <a:endParaRPr lang="en-US" sz="2400" i="1" dirty="0">
              <a:solidFill>
                <a:srgbClr val="FFFFFF"/>
              </a:solidFill>
              <a:latin typeface="Arial"/>
              <a:ea typeface="Roboto"/>
              <a:cs typeface="Arial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E5F3DA5B-39A7-A5A5-BBA1-8F35C355239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5710" y="5821569"/>
            <a:ext cx="2047296" cy="505410"/>
          </a:xfrm>
          <a:prstGeom prst="rect">
            <a:avLst/>
          </a:prstGeom>
        </p:spPr>
      </p:pic>
      <p:pic>
        <p:nvPicPr>
          <p:cNvPr id="11" name="Picture 10" descr="CISON - Chartered Institute of Statisticians of Nigeria | Chartered Institute of Statisticians of Nigeria (CISON)">
            <a:extLst>
              <a:ext uri="{FF2B5EF4-FFF2-40B4-BE49-F238E27FC236}">
                <a16:creationId xmlns:a16="http://schemas.microsoft.com/office/drawing/2014/main" id="{161D8255-E77E-E6A5-5C49-0DD9193D4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346" y="5739921"/>
            <a:ext cx="781049" cy="710627"/>
          </a:xfrm>
          <a:prstGeom prst="rect">
            <a:avLst/>
          </a:prstGeom>
        </p:spPr>
      </p:pic>
      <p:pic>
        <p:nvPicPr>
          <p:cNvPr id="13" name="Picture 12" descr="University of Southampton Vector Logo | Free Download - (.SVG + .PNG)  format - SeekVectorLogo.Com">
            <a:extLst>
              <a:ext uri="{FF2B5EF4-FFF2-40B4-BE49-F238E27FC236}">
                <a16:creationId xmlns:a16="http://schemas.microsoft.com/office/drawing/2014/main" id="{30FB8309-0730-3A60-70FC-719AB053A0E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0908" b="31538"/>
          <a:stretch>
            <a:fillRect/>
          </a:stretch>
        </p:blipFill>
        <p:spPr>
          <a:xfrm>
            <a:off x="8778240" y="5740195"/>
            <a:ext cx="2858085" cy="59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86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4864"/>
            <a:ext cx="472610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59285"/>
            <a:ext cx="107899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latin typeface="Aptos" panose="020B0004020202020204" pitchFamily="34" charset="0"/>
              </a:rPr>
              <a:t>By the end of this session, you will be able to:</a:t>
            </a:r>
          </a:p>
          <a:p>
            <a:endParaRPr lang="en-GB" sz="2800" dirty="0">
              <a:latin typeface="Aptos" panose="020B00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Explain the utility of Shiny for interactive visualizations.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Describe the UI–server architecture of a Shiny application and explain the roles of its key components.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Develop and run a simple Shiny application.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GB" sz="2800" dirty="0">
                <a:latin typeface="Aptos" panose="020B0004020202020204" pitchFamily="34" charset="0"/>
              </a:rPr>
              <a:t>Run and publish a Shiny web app using outputs from a spatial (or </a:t>
            </a:r>
            <a:r>
              <a:rPr lang="en-GB" sz="2800" dirty="0" err="1">
                <a:latin typeface="Aptos" panose="020B0004020202020204" pitchFamily="34" charset="0"/>
              </a:rPr>
              <a:t>spatiotemoral</a:t>
            </a:r>
            <a:r>
              <a:rPr lang="en-GB" sz="2800" dirty="0">
                <a:latin typeface="Aptos" panose="020B0004020202020204" pitchFamily="34" charset="0"/>
              </a:rPr>
              <a:t>)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62025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Introduction to R Shiny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905"/>
            <a:ext cx="359168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What is Shiny?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46299"/>
            <a:ext cx="107899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Shiny is an R package for building interactive web applications.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Users interact with controls in a browser; R performs the calculations and sends updated results back.</a:t>
            </a:r>
            <a:endParaRPr lang="en-GB" sz="24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lang="en-GB" sz="2400" dirty="0">
                <a:latin typeface="Aptos" panose="020B0004020202020204" pitchFamily="34" charset="0"/>
              </a:rPr>
              <a:t>Shiny apps facilitate user interaction through a functionality called </a:t>
            </a:r>
            <a:r>
              <a:rPr lang="en-GB" sz="2400" b="1" dirty="0">
                <a:latin typeface="Aptos" panose="020B0004020202020204" pitchFamily="34" charset="0"/>
              </a:rPr>
              <a:t>reactivity</a:t>
            </a:r>
            <a:r>
              <a:rPr lang="en-GB" sz="2400" dirty="0">
                <a:latin typeface="Aptos" panose="020B0004020202020204" pitchFamily="34" charset="0"/>
              </a:rPr>
              <a:t>.</a:t>
            </a:r>
            <a:endParaRPr sz="24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lang="en-GB" sz="2400" dirty="0">
                <a:latin typeface="Aptos" panose="020B0004020202020204" pitchFamily="34" charset="0"/>
              </a:rPr>
              <a:t>You can build substantial applications without writing JavaScript, HTML or CSS directly (although these allow greater flexibility and customization).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Typical applications: </a:t>
            </a:r>
            <a:r>
              <a:rPr sz="2400" dirty="0">
                <a:solidFill>
                  <a:schemeClr val="accent1"/>
                </a:solidFill>
                <a:latin typeface="Aptos" panose="020B0004020202020204" pitchFamily="34" charset="0"/>
              </a:rPr>
              <a:t>dashboards</a:t>
            </a:r>
            <a:r>
              <a:rPr sz="2400" dirty="0">
                <a:latin typeface="Aptos" panose="020B0004020202020204" pitchFamily="34" charset="0"/>
              </a:rPr>
              <a:t>, </a:t>
            </a:r>
            <a:r>
              <a:rPr sz="2400" dirty="0">
                <a:solidFill>
                  <a:schemeClr val="accent1"/>
                </a:solidFill>
                <a:latin typeface="Aptos" panose="020B0004020202020204" pitchFamily="34" charset="0"/>
              </a:rPr>
              <a:t>data exploration tools</a:t>
            </a:r>
            <a:r>
              <a:rPr sz="2400" dirty="0">
                <a:latin typeface="Aptos" panose="020B0004020202020204" pitchFamily="34" charset="0"/>
              </a:rPr>
              <a:t>, </a:t>
            </a:r>
            <a:r>
              <a:rPr sz="2400" dirty="0">
                <a:solidFill>
                  <a:schemeClr val="accent1"/>
                </a:solidFill>
                <a:latin typeface="Aptos" panose="020B0004020202020204" pitchFamily="34" charset="0"/>
              </a:rPr>
              <a:t>analytical interfaces</a:t>
            </a:r>
            <a:r>
              <a:rPr sz="2400" dirty="0">
                <a:latin typeface="Aptos" panose="020B0004020202020204" pitchFamily="34" charset="0"/>
              </a:rPr>
              <a:t>, </a:t>
            </a:r>
            <a:r>
              <a:rPr sz="2400" dirty="0">
                <a:solidFill>
                  <a:schemeClr val="accent1"/>
                </a:solidFill>
                <a:latin typeface="Aptos" panose="020B0004020202020204" pitchFamily="34" charset="0"/>
              </a:rPr>
              <a:t>reporting tools </a:t>
            </a:r>
            <a:r>
              <a:rPr sz="2400" dirty="0">
                <a:latin typeface="Aptos" panose="020B0004020202020204" pitchFamily="34" charset="0"/>
              </a:rPr>
              <a:t>and </a:t>
            </a:r>
            <a:r>
              <a:rPr sz="2400" dirty="0">
                <a:solidFill>
                  <a:schemeClr val="accent1"/>
                </a:solidFill>
                <a:latin typeface="Aptos" panose="020B0004020202020204" pitchFamily="34" charset="0"/>
              </a:rPr>
              <a:t>decision-support applications</a:t>
            </a:r>
            <a:r>
              <a:rPr sz="2400" dirty="0">
                <a:latin typeface="Aptos" panose="020B0004020202020204" pitchFamily="34" charset="0"/>
              </a:rPr>
              <a:t>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Shiny is particularly useful when the underlying analysis is already written in 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D6F3FD-1658-D7DF-9FDA-3D409087F244}"/>
              </a:ext>
            </a:extLst>
          </p:cNvPr>
          <p:cNvSpPr txBox="1"/>
          <p:nvPr/>
        </p:nvSpPr>
        <p:spPr>
          <a:xfrm>
            <a:off x="1855576" y="5687705"/>
            <a:ext cx="74249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Useful resources: </a:t>
            </a:r>
            <a:r>
              <a:rPr lang="en-GB" dirty="0">
                <a:hlinkClick r:id="rId3"/>
              </a:rPr>
              <a:t>Tutorials on Shiny website</a:t>
            </a:r>
            <a:r>
              <a:rPr lang="en-GB" dirty="0"/>
              <a:t> (beginners)</a:t>
            </a:r>
          </a:p>
          <a:p>
            <a:r>
              <a:rPr lang="en-GB" dirty="0"/>
              <a:t>                                </a:t>
            </a:r>
            <a:r>
              <a:rPr lang="en-GB" dirty="0">
                <a:hlinkClick r:id="rId4"/>
              </a:rPr>
              <a:t>Shiny gallery </a:t>
            </a:r>
            <a:r>
              <a:rPr lang="en-GB" dirty="0"/>
              <a:t>(more advanced)</a:t>
            </a:r>
          </a:p>
          <a:p>
            <a:r>
              <a:rPr lang="en-GB" dirty="0"/>
              <a:t>                                </a:t>
            </a:r>
            <a:r>
              <a:rPr lang="en-GB" dirty="0">
                <a:hlinkClick r:id="rId5"/>
              </a:rPr>
              <a:t>shinyapps.io</a:t>
            </a:r>
            <a:r>
              <a:rPr lang="en-GB" dirty="0"/>
              <a:t> - fully managed cloud service by </a:t>
            </a:r>
            <a:r>
              <a:rPr lang="en-GB" b="1" dirty="0"/>
              <a:t>Posit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438B4C-9A2D-487E-1B6E-051AAEFA3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668" y="0"/>
            <a:ext cx="5360332" cy="40788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BEED-4C95-BCEA-6534-75BBD848D5BA}"/>
              </a:ext>
            </a:extLst>
          </p:cNvPr>
          <p:cNvSpPr txBox="1"/>
          <p:nvPr/>
        </p:nvSpPr>
        <p:spPr>
          <a:xfrm>
            <a:off x="57743" y="106101"/>
            <a:ext cx="51584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Shiny</a:t>
            </a:r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 App Example 1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B8B599-53C4-CC72-3660-D7ACFC422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3987"/>
            <a:ext cx="3865418" cy="44479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30E0CB-BF95-E962-37C6-45F369953D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697" y="2480857"/>
            <a:ext cx="4206605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41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B61175-420C-B316-8948-4B0BFFCE5473}"/>
              </a:ext>
            </a:extLst>
          </p:cNvPr>
          <p:cNvSpPr txBox="1"/>
          <p:nvPr/>
        </p:nvSpPr>
        <p:spPr>
          <a:xfrm>
            <a:off x="57743" y="106101"/>
            <a:ext cx="50857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Shiny</a:t>
            </a:r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 App Example 2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FFF688-90CD-E06F-9941-90EA814FE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715" y="476802"/>
            <a:ext cx="6139285" cy="3001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5FD326-31BF-FB3A-C2CA-2A88720C8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685" y="2931577"/>
            <a:ext cx="2923911" cy="36682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7B3131-C2A3-5B86-2A9D-BEB10D9EA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748" y="813987"/>
            <a:ext cx="3002733" cy="37507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726B27-4CEA-2547-4C9B-A3186F5AE753}"/>
              </a:ext>
            </a:extLst>
          </p:cNvPr>
          <p:cNvSpPr txBox="1"/>
          <p:nvPr/>
        </p:nvSpPr>
        <p:spPr>
          <a:xfrm>
            <a:off x="7452360" y="6053328"/>
            <a:ext cx="4032504" cy="37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Source: https://shiny.posit.co/r/gallery/</a:t>
            </a:r>
          </a:p>
        </p:txBody>
      </p:sp>
    </p:spTree>
    <p:extLst>
      <p:ext uri="{BB962C8B-B14F-4D97-AF65-F5344CB8AC3E}">
        <p14:creationId xmlns:p14="http://schemas.microsoft.com/office/powerpoint/2010/main" val="321913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060" y="21098"/>
            <a:ext cx="60583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The basic Shiny </a:t>
            </a:r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structure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56952" y="392153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7BC2"/>
                </a:solidFill>
              </a:defRPr>
            </a:pPr>
            <a:r>
              <a:rPr dirty="0"/>
              <a:t>User interface (UI)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6952" y="4424452"/>
            <a:ext cx="5102352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sz="2000" dirty="0">
                <a:latin typeface="Aptos" panose="020B0004020202020204" pitchFamily="34" charset="0"/>
              </a:rPr>
              <a:t>Defines what the user sees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sz="2000" dirty="0">
                <a:latin typeface="Aptos" panose="020B0004020202020204" pitchFamily="34" charset="0"/>
              </a:rPr>
              <a:t>Controls layout and appearance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sz="2000" dirty="0">
                <a:latin typeface="Aptos" panose="020B0004020202020204" pitchFamily="34" charset="0"/>
              </a:rPr>
              <a:t>Contains inputs and output placeholders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sz="2000" dirty="0">
                <a:latin typeface="Aptos" panose="020B0004020202020204" pitchFamily="34" charset="0"/>
              </a:rPr>
              <a:t>Example: </a:t>
            </a:r>
            <a:r>
              <a:rPr sz="2000" dirty="0" err="1">
                <a:latin typeface="Aptos" panose="020B0004020202020204" pitchFamily="34" charset="0"/>
              </a:rPr>
              <a:t>sliderInput</a:t>
            </a:r>
            <a:r>
              <a:rPr sz="2000" dirty="0">
                <a:latin typeface="Aptos" panose="020B0004020202020204" pitchFamily="34" charset="0"/>
              </a:rPr>
              <a:t>(), </a:t>
            </a:r>
            <a:r>
              <a:rPr sz="2000" dirty="0" err="1">
                <a:latin typeface="Aptos" panose="020B0004020202020204" pitchFamily="34" charset="0"/>
              </a:rPr>
              <a:t>selectInput</a:t>
            </a:r>
            <a:r>
              <a:rPr sz="2000" dirty="0">
                <a:latin typeface="Aptos" panose="020B0004020202020204" pitchFamily="34" charset="0"/>
              </a:rPr>
              <a:t>(), </a:t>
            </a:r>
            <a:r>
              <a:rPr sz="2000" dirty="0" err="1">
                <a:latin typeface="Aptos" panose="020B0004020202020204" pitchFamily="34" charset="0"/>
              </a:rPr>
              <a:t>plotOutput</a:t>
            </a:r>
            <a:r>
              <a:rPr sz="2000" dirty="0">
                <a:latin typeface="Aptos" panose="020B0004020202020204" pitchFamily="34" charset="0"/>
              </a:rPr>
              <a:t>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0512" y="3921532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7BC2"/>
                </a:solidFill>
              </a:defRPr>
            </a:pPr>
            <a:r>
              <a:rPr dirty="0"/>
              <a:t>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0512" y="4424452"/>
            <a:ext cx="50292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sz="2000" dirty="0"/>
              <a:t>Contains the R code that responds to inputs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sz="2000" dirty="0"/>
              <a:t>Calculates results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sz="2000" dirty="0"/>
              <a:t>Creates outputs using render*() functions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sz="2000" dirty="0"/>
              <a:t>Example: </a:t>
            </a:r>
            <a:r>
              <a:rPr sz="2000" dirty="0" err="1"/>
              <a:t>renderPlot</a:t>
            </a:r>
            <a:r>
              <a:rPr sz="2000" dirty="0"/>
              <a:t>(), </a:t>
            </a:r>
            <a:r>
              <a:rPr sz="2000" dirty="0" err="1"/>
              <a:t>renderText</a:t>
            </a:r>
            <a:r>
              <a:rPr sz="2000" dirty="0"/>
              <a:t>(), </a:t>
            </a:r>
            <a:r>
              <a:rPr sz="2000" dirty="0" err="1"/>
              <a:t>renderTable</a:t>
            </a:r>
            <a:r>
              <a:rPr sz="2000" dirty="0"/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6EE41-F519-A050-605B-E162FFA57449}"/>
              </a:ext>
            </a:extLst>
          </p:cNvPr>
          <p:cNvSpPr txBox="1"/>
          <p:nvPr/>
        </p:nvSpPr>
        <p:spPr>
          <a:xfrm>
            <a:off x="228600" y="1010078"/>
            <a:ext cx="531368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An R code to build a Shiny app usually contains three components:</a:t>
            </a:r>
          </a:p>
          <a:p>
            <a:pPr marL="285750" indent="-285750">
              <a:buFontTx/>
              <a:buChar char="-"/>
            </a:pPr>
            <a:r>
              <a:rPr lang="en-GB" sz="2000" dirty="0"/>
              <a:t>a user interface object </a:t>
            </a:r>
            <a:r>
              <a:rPr lang="en-GB" sz="2000" dirty="0">
                <a:latin typeface="Consolas" panose="020B0609020204030204" pitchFamily="49" charset="0"/>
              </a:rPr>
              <a:t>(</a:t>
            </a:r>
            <a:r>
              <a:rPr lang="en-GB" sz="2000" dirty="0" err="1">
                <a:latin typeface="Consolas" panose="020B0609020204030204" pitchFamily="49" charset="0"/>
              </a:rPr>
              <a:t>ui</a:t>
            </a:r>
            <a:r>
              <a:rPr lang="en-GB" sz="2000" dirty="0">
                <a:latin typeface="Consolas" panose="020B0609020204030204" pitchFamily="49" charset="0"/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GB" sz="2000" dirty="0"/>
              <a:t>a server function (</a:t>
            </a:r>
            <a:r>
              <a:rPr lang="en-GB" sz="2000" dirty="0">
                <a:latin typeface="Consolas" panose="020B0609020204030204" pitchFamily="49" charset="0"/>
              </a:rPr>
              <a:t>server()</a:t>
            </a:r>
            <a:r>
              <a:rPr lang="en-GB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n-GB" sz="2000" dirty="0"/>
              <a:t>A call to the shiny app function (</a:t>
            </a:r>
            <a:r>
              <a:rPr lang="en-GB" sz="2000" dirty="0" err="1">
                <a:latin typeface="Consolas" panose="020B0609020204030204" pitchFamily="49" charset="0"/>
              </a:rPr>
              <a:t>shinyApp</a:t>
            </a:r>
            <a:r>
              <a:rPr lang="en-GB" sz="2000" dirty="0">
                <a:latin typeface="Consolas" panose="020B0609020204030204" pitchFamily="49" charset="0"/>
              </a:rPr>
              <a:t>()</a:t>
            </a:r>
            <a:r>
              <a:rPr lang="en-GB" sz="2000" dirty="0"/>
              <a:t>) which creates the app from the user interface/server pair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DFEFA-F2DC-7254-B3C6-0B13F53E549B}"/>
              </a:ext>
            </a:extLst>
          </p:cNvPr>
          <p:cNvSpPr txBox="1"/>
          <p:nvPr/>
        </p:nvSpPr>
        <p:spPr>
          <a:xfrm>
            <a:off x="6419850" y="21098"/>
            <a:ext cx="5772150" cy="30777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>
                <a:latin typeface="Consolas" panose="020B0609020204030204" pitchFamily="49" charset="0"/>
              </a:rPr>
              <a:t>#Load the package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library(shiny)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dirty="0">
                <a:latin typeface="Consolas" panose="020B0609020204030204" pitchFamily="49" charset="0"/>
              </a:rPr>
              <a:t># define user interface object</a:t>
            </a:r>
          </a:p>
          <a:p>
            <a:r>
              <a:rPr lang="en-GB" sz="1600" dirty="0" err="1">
                <a:latin typeface="Consolas" panose="020B0609020204030204" pitchFamily="49" charset="0"/>
              </a:rPr>
              <a:t>ui</a:t>
            </a:r>
            <a:r>
              <a:rPr lang="en-GB" sz="1600" dirty="0">
                <a:latin typeface="Consolas" panose="020B0609020204030204" pitchFamily="49" charset="0"/>
              </a:rPr>
              <a:t> &lt;- </a:t>
            </a:r>
            <a:r>
              <a:rPr lang="en-GB" sz="1600" dirty="0" err="1">
                <a:latin typeface="Consolas" panose="020B0609020204030204" pitchFamily="49" charset="0"/>
                <a:hlinkClick r:id="rId2"/>
              </a:rPr>
              <a:t>fluidPage</a:t>
            </a:r>
            <a:r>
              <a:rPr lang="en-GB" sz="1600" dirty="0">
                <a:latin typeface="Consolas" panose="020B0609020204030204" pitchFamily="49" charset="0"/>
              </a:rPr>
              <a:t>()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dirty="0">
                <a:latin typeface="Consolas" panose="020B0609020204030204" pitchFamily="49" charset="0"/>
              </a:rPr>
              <a:t># define server function</a:t>
            </a:r>
          </a:p>
          <a:p>
            <a:r>
              <a:rPr lang="en-GB" sz="1600" dirty="0">
                <a:latin typeface="Consolas" panose="020B0609020204030204" pitchFamily="49" charset="0"/>
              </a:rPr>
              <a:t>server &lt;- function(input, output) { }</a:t>
            </a:r>
          </a:p>
          <a:p>
            <a:endParaRPr lang="en-GB" sz="1600" dirty="0">
              <a:latin typeface="Consolas" panose="020B0609020204030204" pitchFamily="49" charset="0"/>
            </a:endParaRPr>
          </a:p>
          <a:p>
            <a:r>
              <a:rPr lang="en-GB" sz="1600" dirty="0">
                <a:latin typeface="Consolas" panose="020B0609020204030204" pitchFamily="49" charset="0"/>
              </a:rPr>
              <a:t># call to </a:t>
            </a:r>
            <a:r>
              <a:rPr lang="en-GB" sz="1600" dirty="0" err="1">
                <a:latin typeface="Consolas" panose="020B0609020204030204" pitchFamily="49" charset="0"/>
              </a:rPr>
              <a:t>shinyApp</a:t>
            </a:r>
            <a:r>
              <a:rPr lang="en-GB" sz="1600" dirty="0">
                <a:latin typeface="Consolas" panose="020B0609020204030204" pitchFamily="49" charset="0"/>
              </a:rPr>
              <a:t>() </a:t>
            </a:r>
          </a:p>
          <a:p>
            <a:r>
              <a:rPr lang="en-GB" sz="1600" dirty="0" err="1">
                <a:latin typeface="Consolas" panose="020B0609020204030204" pitchFamily="49" charset="0"/>
                <a:hlinkClick r:id="rId3"/>
              </a:rPr>
              <a:t>shinyApp</a:t>
            </a:r>
            <a:r>
              <a:rPr lang="en-GB" sz="1600" dirty="0">
                <a:latin typeface="Consolas" panose="020B0609020204030204" pitchFamily="49" charset="0"/>
              </a:rPr>
              <a:t>(</a:t>
            </a:r>
            <a:r>
              <a:rPr lang="en-GB" sz="1600" dirty="0" err="1">
                <a:latin typeface="Consolas" panose="020B0609020204030204" pitchFamily="49" charset="0"/>
              </a:rPr>
              <a:t>ui</a:t>
            </a:r>
            <a:r>
              <a:rPr lang="en-GB" sz="1600" dirty="0">
                <a:latin typeface="Consolas" panose="020B0609020204030204" pitchFamily="49" charset="0"/>
              </a:rPr>
              <a:t> = </a:t>
            </a:r>
            <a:r>
              <a:rPr lang="en-GB" sz="1600" dirty="0" err="1">
                <a:latin typeface="Consolas" panose="020B0609020204030204" pitchFamily="49" charset="0"/>
              </a:rPr>
              <a:t>ui</a:t>
            </a:r>
            <a:r>
              <a:rPr lang="en-GB" sz="1600" dirty="0">
                <a:latin typeface="Consolas" panose="020B0609020204030204" pitchFamily="49" charset="0"/>
              </a:rPr>
              <a:t>, server = server)</a:t>
            </a:r>
          </a:p>
          <a:p>
            <a:endParaRPr lang="en-GB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998242-4E7D-645D-90C2-A8D38AD32E8D}"/>
              </a:ext>
            </a:extLst>
          </p:cNvPr>
          <p:cNvSpPr txBox="1"/>
          <p:nvPr/>
        </p:nvSpPr>
        <p:spPr>
          <a:xfrm>
            <a:off x="604289" y="1590004"/>
            <a:ext cx="97866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400" dirty="0">
                <a:latin typeface="Aptos" panose="020B0004020202020204" pitchFamily="34" charset="0"/>
              </a:rPr>
              <a:t>Note that a Shiny app can live in its own directory with </a:t>
            </a:r>
            <a:r>
              <a:rPr lang="en-GB" sz="2400" dirty="0" err="1">
                <a:latin typeface="Aptos" panose="020B0004020202020204" pitchFamily="34" charset="0"/>
              </a:rPr>
              <a:t>app.R</a:t>
            </a:r>
            <a:r>
              <a:rPr lang="en-GB" sz="2400" dirty="0">
                <a:latin typeface="Aptos" panose="020B0004020202020204" pitchFamily="34" charset="0"/>
              </a:rPr>
              <a:t> as the main script. The directory can contain data and other R scripts needed by the app.</a:t>
            </a:r>
          </a:p>
          <a:p>
            <a:pPr marL="285750" indent="-285750">
              <a:buFontTx/>
              <a:buChar char="-"/>
            </a:pPr>
            <a:endParaRPr lang="en-GB" sz="2400" dirty="0">
              <a:latin typeface="Aptos" panose="020B00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2400" dirty="0">
                <a:latin typeface="Aptos" panose="020B0004020202020204" pitchFamily="34" charset="0"/>
              </a:rPr>
              <a:t>A Shiny app can also be created by writing two separate R scripts </a:t>
            </a:r>
            <a:r>
              <a:rPr lang="en-GB" sz="2400" dirty="0" err="1">
                <a:latin typeface="Aptos" panose="020B0004020202020204" pitchFamily="34" charset="0"/>
              </a:rPr>
              <a:t>ui.R</a:t>
            </a:r>
            <a:r>
              <a:rPr lang="en-GB" sz="2400" dirty="0">
                <a:latin typeface="Aptos" panose="020B0004020202020204" pitchFamily="34" charset="0"/>
              </a:rPr>
              <a:t> and </a:t>
            </a:r>
            <a:r>
              <a:rPr lang="en-GB" sz="2400" dirty="0" err="1">
                <a:latin typeface="Aptos" panose="020B0004020202020204" pitchFamily="34" charset="0"/>
              </a:rPr>
              <a:t>server.R</a:t>
            </a:r>
            <a:r>
              <a:rPr lang="en-GB" sz="2400" dirty="0">
                <a:latin typeface="Aptos" panose="020B0004020202020204" pitchFamily="34" charset="0"/>
              </a:rPr>
              <a:t> for the user interface and server functions, respectively. We can then create the app by calling </a:t>
            </a:r>
            <a:r>
              <a:rPr lang="en-GB" sz="2400" dirty="0" err="1">
                <a:latin typeface="Aptos" panose="020B0004020202020204" pitchFamily="34" charset="0"/>
              </a:rPr>
              <a:t>runApp</a:t>
            </a:r>
            <a:r>
              <a:rPr lang="en-GB" sz="2400" dirty="0">
                <a:latin typeface="Aptos" panose="020B0004020202020204" pitchFamily="34" charset="0"/>
              </a:rPr>
              <a:t>(“path-to-directory”), where path-to-directory is the directory where both functions and other supporting files are saved.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BB625-FB47-0B23-9F0D-0626B8BDC3C1}"/>
              </a:ext>
            </a:extLst>
          </p:cNvPr>
          <p:cNvSpPr txBox="1"/>
          <p:nvPr/>
        </p:nvSpPr>
        <p:spPr>
          <a:xfrm>
            <a:off x="162060" y="21098"/>
            <a:ext cx="60583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The basic Shiny </a:t>
            </a:r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structure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100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178" y="1211626"/>
            <a:ext cx="7267171" cy="3062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Posit’s built-in Hello Shiny example uses the faithful dataset.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The user controls the number of histogram bins with a slider.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Changing the slider causes the histogram to update automatically.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Run the example directly with: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41514-3A9E-F4D2-F480-92DE7CCA5D37}"/>
              </a:ext>
            </a:extLst>
          </p:cNvPr>
          <p:cNvSpPr txBox="1"/>
          <p:nvPr/>
        </p:nvSpPr>
        <p:spPr>
          <a:xfrm>
            <a:off x="548178" y="107600"/>
            <a:ext cx="52730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Shiny</a:t>
            </a:r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 App Example 3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ABD06B7C-AF21-18FF-C645-2984FA0894BA}"/>
              </a:ext>
            </a:extLst>
          </p:cNvPr>
          <p:cNvSpPr/>
          <p:nvPr/>
        </p:nvSpPr>
        <p:spPr>
          <a:xfrm>
            <a:off x="617218" y="4552694"/>
            <a:ext cx="47548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AC98A5-AA98-6B44-0FFB-BB0892D15DDB}"/>
              </a:ext>
            </a:extLst>
          </p:cNvPr>
          <p:cNvSpPr txBox="1"/>
          <p:nvPr/>
        </p:nvSpPr>
        <p:spPr>
          <a:xfrm>
            <a:off x="818386" y="4717286"/>
            <a:ext cx="4352544" cy="676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62D33"/>
                </a:solidFill>
                <a:latin typeface="Consolas"/>
              </a:defRPr>
            </a:pPr>
            <a:r>
              <a:rPr dirty="0"/>
              <a:t>library(shiny)</a:t>
            </a:r>
            <a:br>
              <a:rPr dirty="0"/>
            </a:br>
            <a:r>
              <a:rPr dirty="0" err="1"/>
              <a:t>runExample</a:t>
            </a:r>
            <a:r>
              <a:rPr dirty="0"/>
              <a:t>("01_hello")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E03598-E75F-1AEC-FA1B-57B0F4AEE0CF}"/>
              </a:ext>
            </a:extLst>
          </p:cNvPr>
          <p:cNvSpPr txBox="1"/>
          <p:nvPr/>
        </p:nvSpPr>
        <p:spPr>
          <a:xfrm>
            <a:off x="8199858" y="26686"/>
            <a:ext cx="3990294" cy="65556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62D33"/>
                </a:solidFill>
                <a:latin typeface="Consolas"/>
              </a:defRPr>
            </a:pPr>
            <a:r>
              <a:rPr dirty="0" err="1"/>
              <a:t>ui</a:t>
            </a:r>
            <a:r>
              <a:rPr dirty="0"/>
              <a:t> &lt;- </a:t>
            </a:r>
            <a:r>
              <a:rPr dirty="0" err="1"/>
              <a:t>page_sidebar</a:t>
            </a:r>
            <a:r>
              <a:rPr dirty="0"/>
              <a:t>(</a:t>
            </a:r>
            <a:br>
              <a:rPr dirty="0"/>
            </a:br>
            <a:r>
              <a:rPr dirty="0"/>
              <a:t>  title = "Hello Shiny!",</a:t>
            </a:r>
            <a:br>
              <a:rPr dirty="0"/>
            </a:br>
            <a:r>
              <a:rPr dirty="0"/>
              <a:t>  sidebar = sidebar(</a:t>
            </a:r>
            <a:br>
              <a:rPr dirty="0"/>
            </a:br>
            <a:r>
              <a:rPr dirty="0"/>
              <a:t>    </a:t>
            </a:r>
            <a:r>
              <a:rPr dirty="0" err="1"/>
              <a:t>sliderInput</a:t>
            </a:r>
            <a:r>
              <a:rPr dirty="0"/>
              <a:t>(</a:t>
            </a:r>
            <a:br>
              <a:rPr dirty="0"/>
            </a:br>
            <a:r>
              <a:rPr dirty="0"/>
              <a:t>      </a:t>
            </a:r>
            <a:r>
              <a:rPr dirty="0" err="1"/>
              <a:t>inputId</a:t>
            </a:r>
            <a:r>
              <a:rPr dirty="0"/>
              <a:t> = "bins",</a:t>
            </a:r>
            <a:br>
              <a:rPr dirty="0"/>
            </a:br>
            <a:r>
              <a:rPr dirty="0"/>
              <a:t>      label = "Number of bins:",</a:t>
            </a:r>
            <a:br>
              <a:rPr dirty="0"/>
            </a:br>
            <a:r>
              <a:rPr dirty="0"/>
              <a:t>      min = 1,</a:t>
            </a:r>
            <a:br>
              <a:rPr dirty="0"/>
            </a:br>
            <a:r>
              <a:rPr dirty="0"/>
              <a:t>      max = 50,</a:t>
            </a:r>
            <a:br>
              <a:rPr dirty="0"/>
            </a:br>
            <a:r>
              <a:rPr dirty="0"/>
              <a:t>      value = 30)),</a:t>
            </a:r>
            <a:br>
              <a:rPr dirty="0"/>
            </a:br>
            <a:r>
              <a:rPr dirty="0"/>
              <a:t>  </a:t>
            </a:r>
            <a:r>
              <a:rPr dirty="0" err="1"/>
              <a:t>plotOutput</a:t>
            </a:r>
            <a:r>
              <a:rPr dirty="0"/>
              <a:t>(</a:t>
            </a:r>
            <a:r>
              <a:rPr dirty="0" err="1"/>
              <a:t>outputId</a:t>
            </a:r>
            <a:r>
              <a:rPr dirty="0"/>
              <a:t> = "</a:t>
            </a:r>
            <a:r>
              <a:rPr dirty="0" err="1"/>
              <a:t>distPlot</a:t>
            </a:r>
            <a:r>
              <a:rPr dirty="0"/>
              <a:t>")</a:t>
            </a:r>
            <a:br>
              <a:rPr dirty="0"/>
            </a:br>
            <a:r>
              <a:rPr dirty="0"/>
              <a:t>)</a:t>
            </a:r>
            <a:endParaRPr lang="en-GB" dirty="0"/>
          </a:p>
          <a:p>
            <a:pPr>
              <a:defRPr sz="1500">
                <a:solidFill>
                  <a:srgbClr val="262D33"/>
                </a:solidFill>
                <a:latin typeface="Consolas"/>
              </a:defRPr>
            </a:pPr>
            <a:endParaRPr lang="en-GB" dirty="0"/>
          </a:p>
          <a:p>
            <a:pPr>
              <a:defRPr sz="1500">
                <a:solidFill>
                  <a:srgbClr val="262D33"/>
                </a:solidFill>
                <a:latin typeface="Consolas"/>
              </a:defRPr>
            </a:pPr>
            <a:r>
              <a:rPr lang="en-GB" dirty="0"/>
              <a:t>server &lt;- function(input, output) {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</a:t>
            </a:r>
            <a:r>
              <a:rPr lang="en-GB" dirty="0" err="1"/>
              <a:t>output$distPlot</a:t>
            </a:r>
            <a:r>
              <a:rPr lang="en-GB" dirty="0"/>
              <a:t> &lt;- </a:t>
            </a:r>
            <a:r>
              <a:rPr lang="en-GB" dirty="0" err="1"/>
              <a:t>renderPlot</a:t>
            </a:r>
            <a:r>
              <a:rPr lang="en-GB" dirty="0"/>
              <a:t>({</a:t>
            </a:r>
            <a:br>
              <a:rPr lang="en-GB" dirty="0"/>
            </a:br>
            <a:r>
              <a:rPr lang="en-GB" dirty="0"/>
              <a:t>    x &lt;- </a:t>
            </a:r>
            <a:r>
              <a:rPr lang="en-GB" dirty="0" err="1"/>
              <a:t>faithful$waiting</a:t>
            </a:r>
            <a:br>
              <a:rPr lang="en-GB" dirty="0"/>
            </a:br>
            <a:r>
              <a:rPr lang="en-GB" dirty="0"/>
              <a:t>    bins &lt;- </a:t>
            </a:r>
            <a:r>
              <a:rPr lang="en-GB" dirty="0" err="1"/>
              <a:t>seq</a:t>
            </a:r>
            <a:r>
              <a:rPr lang="en-GB" dirty="0"/>
              <a:t>(</a:t>
            </a:r>
            <a:br>
              <a:rPr lang="en-GB" dirty="0"/>
            </a:br>
            <a:r>
              <a:rPr lang="en-GB" dirty="0"/>
              <a:t>      min(x), max(x),</a:t>
            </a:r>
            <a:br>
              <a:rPr lang="en-GB" dirty="0"/>
            </a:br>
            <a:r>
              <a:rPr lang="en-GB" dirty="0"/>
              <a:t>      </a:t>
            </a:r>
            <a:r>
              <a:rPr lang="en-GB" dirty="0" err="1"/>
              <a:t>length.out</a:t>
            </a:r>
            <a:r>
              <a:rPr lang="en-GB" dirty="0"/>
              <a:t> = </a:t>
            </a:r>
            <a:r>
              <a:rPr lang="en-GB" dirty="0" err="1"/>
              <a:t>input$bins</a:t>
            </a:r>
            <a:r>
              <a:rPr lang="en-GB" dirty="0"/>
              <a:t> + 1)</a:t>
            </a:r>
            <a:br>
              <a:rPr lang="en-GB" dirty="0"/>
            </a:br>
            <a:br>
              <a:rPr lang="en-GB" dirty="0"/>
            </a:br>
            <a:r>
              <a:rPr lang="en-GB" dirty="0"/>
              <a:t>    hist(x, breaks = bins,</a:t>
            </a:r>
            <a:br>
              <a:rPr lang="en-GB" dirty="0"/>
            </a:br>
            <a:r>
              <a:rPr lang="en-GB" dirty="0"/>
              <a:t>         border = "white",</a:t>
            </a:r>
            <a:br>
              <a:rPr lang="en-GB" dirty="0"/>
            </a:br>
            <a:r>
              <a:rPr lang="en-GB" dirty="0"/>
              <a:t>         </a:t>
            </a:r>
            <a:r>
              <a:rPr lang="en-GB" dirty="0" err="1"/>
              <a:t>xlab</a:t>
            </a:r>
            <a:r>
              <a:rPr lang="en-GB" dirty="0"/>
              <a:t> = "Waiting time (minutes)",</a:t>
            </a:r>
            <a:br>
              <a:rPr lang="en-GB" dirty="0"/>
            </a:br>
            <a:r>
              <a:rPr lang="en-GB" dirty="0"/>
              <a:t>         main = "Histogram of waiting times")})</a:t>
            </a:r>
            <a:br>
              <a:rPr lang="en-GB" dirty="0"/>
            </a:br>
            <a:r>
              <a:rPr lang="en-GB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34529-7142-E164-8C29-9B51B1ED587F}"/>
              </a:ext>
            </a:extLst>
          </p:cNvPr>
          <p:cNvSpPr txBox="1"/>
          <p:nvPr/>
        </p:nvSpPr>
        <p:spPr>
          <a:xfrm>
            <a:off x="548178" y="107600"/>
            <a:ext cx="52730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Shiny</a:t>
            </a:r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 App Example 3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55C3B-B109-49D9-6695-16D66FD4E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539" y="1019762"/>
            <a:ext cx="6947360" cy="560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76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2574" y="54864"/>
            <a:ext cx="502983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How reactivity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40088"/>
            <a:ext cx="9976104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sz="2400" dirty="0">
                <a:latin typeface="Aptos" panose="020B0004020202020204" pitchFamily="34" charset="0"/>
              </a:rPr>
              <a:t>Shiny tracks dependencies between inputs, calculations and outputs</a:t>
            </a:r>
            <a:r>
              <a:rPr lang="en-GB" sz="2400" dirty="0">
                <a:latin typeface="Aptos" panose="020B0004020202020204" pitchFamily="34" charset="0"/>
              </a:rPr>
              <a:t> through a mechanism known as reactivity</a:t>
            </a:r>
            <a:r>
              <a:rPr sz="2400" dirty="0">
                <a:latin typeface="Aptos" panose="020B0004020202020204" pitchFamily="34" charset="0"/>
              </a:rPr>
              <a:t>.</a:t>
            </a:r>
            <a:endParaRPr lang="en-GB" sz="24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lang="en-GB" sz="2400" dirty="0">
                <a:latin typeface="Aptos" panose="020B0004020202020204" pitchFamily="34" charset="0"/>
              </a:rPr>
              <a:t>This allows the app </a:t>
            </a:r>
            <a:r>
              <a:rPr lang="en-GB" sz="2400" dirty="0">
                <a:solidFill>
                  <a:srgbClr val="262D33"/>
                </a:solidFill>
                <a:latin typeface="Aptos" panose="020B0004020202020204" pitchFamily="34" charset="0"/>
              </a:rPr>
              <a:t>to automatically respond to changes in inputs or other reactive values.</a:t>
            </a:r>
            <a:endParaRPr sz="2400" dirty="0">
              <a:latin typeface="Aptos" panose="020B0004020202020204" pitchFamily="34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100" b="0">
                <a:solidFill>
                  <a:srgbClr val="262D33"/>
                </a:solidFill>
              </a:defRPr>
            </a:pPr>
            <a:r>
              <a:rPr lang="en-GB" sz="2400" dirty="0">
                <a:latin typeface="Aptos" panose="020B0004020202020204" pitchFamily="34" charset="0"/>
              </a:rPr>
              <a:t>In Example 3, w</a:t>
            </a:r>
            <a:r>
              <a:rPr sz="2400" dirty="0">
                <a:latin typeface="Aptos" panose="020B0004020202020204" pitchFamily="34" charset="0"/>
              </a:rPr>
              <a:t>hen </a:t>
            </a:r>
            <a:r>
              <a:rPr sz="2400" dirty="0" err="1">
                <a:latin typeface="Aptos" panose="020B0004020202020204" pitchFamily="34" charset="0"/>
              </a:rPr>
              <a:t>input$bins</a:t>
            </a:r>
            <a:r>
              <a:rPr sz="2400" dirty="0">
                <a:latin typeface="Aptos" panose="020B0004020202020204" pitchFamily="34" charset="0"/>
              </a:rPr>
              <a:t> changes, Shiny knows that </a:t>
            </a:r>
            <a:r>
              <a:rPr sz="2400" dirty="0" err="1">
                <a:latin typeface="Aptos" panose="020B0004020202020204" pitchFamily="34" charset="0"/>
              </a:rPr>
              <a:t>distPlot</a:t>
            </a:r>
            <a:r>
              <a:rPr sz="2400" dirty="0">
                <a:latin typeface="Aptos" panose="020B0004020202020204" pitchFamily="34" charset="0"/>
              </a:rPr>
              <a:t> depends on it.</a:t>
            </a:r>
          </a:p>
          <a:p>
            <a:pPr>
              <a:spcAft>
                <a:spcPts val="1000"/>
              </a:spcAft>
              <a:defRPr sz="2100" b="0">
                <a:solidFill>
                  <a:srgbClr val="262D33"/>
                </a:solidFill>
              </a:defRPr>
            </a:pPr>
            <a:r>
              <a:rPr lang="en-GB" sz="2400" dirty="0">
                <a:latin typeface="Aptos" panose="020B0004020202020204" pitchFamily="34" charset="0"/>
              </a:rPr>
              <a:t>	- </a:t>
            </a:r>
            <a:r>
              <a:rPr sz="2400" dirty="0">
                <a:latin typeface="Aptos" panose="020B0004020202020204" pitchFamily="34" charset="0"/>
              </a:rPr>
              <a:t>The </a:t>
            </a:r>
            <a:r>
              <a:rPr sz="2400" dirty="0" err="1">
                <a:latin typeface="Aptos" panose="020B0004020202020204" pitchFamily="34" charset="0"/>
              </a:rPr>
              <a:t>renderPlot</a:t>
            </a:r>
            <a:r>
              <a:rPr sz="2400" dirty="0">
                <a:latin typeface="Aptos" panose="020B0004020202020204" pitchFamily="34" charset="0"/>
              </a:rPr>
              <a:t>() expression is re-executed.</a:t>
            </a:r>
          </a:p>
          <a:p>
            <a:pPr>
              <a:spcAft>
                <a:spcPts val="1000"/>
              </a:spcAft>
              <a:defRPr sz="2100" b="0">
                <a:solidFill>
                  <a:srgbClr val="262D33"/>
                </a:solidFill>
              </a:defRPr>
            </a:pPr>
            <a:r>
              <a:rPr lang="en-GB" sz="2400" dirty="0">
                <a:latin typeface="Aptos" panose="020B0004020202020204" pitchFamily="34" charset="0"/>
              </a:rPr>
              <a:t>	- </a:t>
            </a:r>
            <a:r>
              <a:rPr sz="2400" dirty="0">
                <a:latin typeface="Aptos" panose="020B0004020202020204" pitchFamily="34" charset="0"/>
              </a:rPr>
              <a:t>The browser receives the updated plot.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68216" y="4705447"/>
            <a:ext cx="44439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62D33"/>
                </a:solidFill>
                <a:latin typeface="Consolas"/>
              </a:defRPr>
            </a:pPr>
            <a:r>
              <a:rPr dirty="0" err="1"/>
              <a:t>input$bins</a:t>
            </a:r>
            <a:br>
              <a:rPr dirty="0"/>
            </a:br>
            <a:r>
              <a:rPr dirty="0"/>
              <a:t>    ↓</a:t>
            </a:r>
            <a:br>
              <a:rPr dirty="0"/>
            </a:br>
            <a:r>
              <a:rPr dirty="0" err="1"/>
              <a:t>renderPlot</a:t>
            </a:r>
            <a:r>
              <a:rPr dirty="0"/>
              <a:t>({ ... </a:t>
            </a:r>
            <a:r>
              <a:rPr dirty="0" err="1"/>
              <a:t>input$bins</a:t>
            </a:r>
            <a:r>
              <a:rPr dirty="0"/>
              <a:t> ... })</a:t>
            </a:r>
            <a:br>
              <a:rPr dirty="0"/>
            </a:br>
            <a:r>
              <a:rPr dirty="0"/>
              <a:t>    ↓</a:t>
            </a:r>
            <a:br>
              <a:rPr dirty="0"/>
            </a:br>
            <a:r>
              <a:rPr dirty="0" err="1"/>
              <a:t>output$distPlot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0F178E-1FCA-0110-8916-1E0D2D920863}"/>
              </a:ext>
            </a:extLst>
          </p:cNvPr>
          <p:cNvSpPr txBox="1"/>
          <p:nvPr/>
        </p:nvSpPr>
        <p:spPr>
          <a:xfrm>
            <a:off x="960119" y="5375959"/>
            <a:ext cx="5045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This is the central idea behind Shiny: change an input → update dependent outputs.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2557" y="130904"/>
            <a:ext cx="175964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 dirty="0">
                <a:solidFill>
                  <a:schemeClr val="bg1"/>
                </a:solidFill>
                <a:latin typeface="Aptos" panose="020B0004020202020204" pitchFamily="34" charset="0"/>
              </a:rPr>
              <a:t>Inputs</a:t>
            </a:r>
            <a:r>
              <a:rPr lang="en-GB" sz="2800" b="1" dirty="0">
                <a:solidFill>
                  <a:srgbClr val="1F3449"/>
                </a:solidFill>
              </a:rPr>
              <a:t> </a:t>
            </a:r>
            <a:endParaRPr sz="2800" b="1" dirty="0">
              <a:solidFill>
                <a:srgbClr val="1F3449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29480" y="1399821"/>
            <a:ext cx="413004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lang="en-GB" b="1" dirty="0"/>
              <a:t>An input can be added to a Shiny app by placing an input function within the </a:t>
            </a:r>
            <a:r>
              <a:rPr lang="en-GB" dirty="0" err="1">
                <a:latin typeface="Consolas" panose="020B0609020204030204" pitchFamily="49" charset="0"/>
              </a:rPr>
              <a:t>ui</a:t>
            </a:r>
            <a:r>
              <a:rPr lang="en-GB" b="1" dirty="0"/>
              <a:t>  function</a:t>
            </a:r>
            <a:endParaRPr lang="en-GB" b="1" dirty="0">
              <a:solidFill>
                <a:srgbClr val="0070C0"/>
              </a:solidFill>
            </a:endParaRP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lang="en-GB" b="1" dirty="0">
                <a:solidFill>
                  <a:srgbClr val="0070C0"/>
                </a:solidFill>
              </a:rPr>
              <a:t>Common input functions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dirty="0" err="1">
                <a:latin typeface="Consolas" panose="020B0609020204030204" pitchFamily="49" charset="0"/>
              </a:rPr>
              <a:t>sliderInput</a:t>
            </a:r>
            <a:r>
              <a:rPr dirty="0">
                <a:latin typeface="Consolas" panose="020B0609020204030204" pitchFamily="49" charset="0"/>
              </a:rPr>
              <a:t>() </a:t>
            </a:r>
            <a:r>
              <a:rPr dirty="0"/>
              <a:t>— numeric slider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dirty="0" err="1">
                <a:latin typeface="Consolas" panose="020B0609020204030204" pitchFamily="49" charset="0"/>
              </a:rPr>
              <a:t>selectInput</a:t>
            </a:r>
            <a:r>
              <a:rPr dirty="0">
                <a:latin typeface="Consolas" panose="020B0609020204030204" pitchFamily="49" charset="0"/>
              </a:rPr>
              <a:t>() </a:t>
            </a:r>
            <a:r>
              <a:rPr dirty="0"/>
              <a:t>— drop-down selection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dirty="0" err="1">
                <a:latin typeface="Consolas" panose="020B0609020204030204" pitchFamily="49" charset="0"/>
              </a:rPr>
              <a:t>textInput</a:t>
            </a:r>
            <a:r>
              <a:rPr dirty="0">
                <a:latin typeface="Consolas" panose="020B0609020204030204" pitchFamily="49" charset="0"/>
              </a:rPr>
              <a:t>() </a:t>
            </a:r>
            <a:r>
              <a:rPr lang="en-GB" dirty="0">
                <a:latin typeface="Consolas" panose="020B0609020204030204" pitchFamily="49" charset="0"/>
              </a:rPr>
              <a:t>  </a:t>
            </a:r>
            <a:r>
              <a:rPr dirty="0"/>
              <a:t>— text entry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dirty="0" err="1">
                <a:latin typeface="Consolas" panose="020B0609020204030204" pitchFamily="49" charset="0"/>
              </a:rPr>
              <a:t>checkboxInput</a:t>
            </a:r>
            <a:r>
              <a:rPr dirty="0">
                <a:latin typeface="Consolas" panose="020B0609020204030204" pitchFamily="49" charset="0"/>
              </a:rPr>
              <a:t>() </a:t>
            </a:r>
            <a:r>
              <a:rPr dirty="0"/>
              <a:t>— TRUE/FALSE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dirty="0" err="1">
                <a:latin typeface="Consolas" panose="020B0609020204030204" pitchFamily="49" charset="0"/>
              </a:rPr>
              <a:t>actionButton</a:t>
            </a:r>
            <a:r>
              <a:rPr dirty="0">
                <a:latin typeface="Consolas" panose="020B0609020204030204" pitchFamily="49" charset="0"/>
              </a:rPr>
              <a:t>() 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dirty="0"/>
              <a:t>— trigger an 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9AAF27-CD96-B637-4802-F6786F8623AA}"/>
              </a:ext>
            </a:extLst>
          </p:cNvPr>
          <p:cNvSpPr txBox="1"/>
          <p:nvPr/>
        </p:nvSpPr>
        <p:spPr>
          <a:xfrm>
            <a:off x="109728" y="1208002"/>
            <a:ext cx="726806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sz="2400" dirty="0">
                <a:latin typeface="Aptos" panose="020B0004020202020204" pitchFamily="34" charset="0"/>
              </a:rPr>
              <a:t>Inputs are web elements that users can interact with by modifying their values</a:t>
            </a:r>
          </a:p>
          <a:p>
            <a:pPr marL="285750" indent="-285750">
              <a:buFontTx/>
              <a:buChar char="-"/>
            </a:pPr>
            <a:r>
              <a:rPr lang="en-GB" sz="2400" dirty="0">
                <a:latin typeface="Aptos" panose="020B0004020202020204" pitchFamily="34" charset="0"/>
              </a:rPr>
              <a:t>Changing the value of an input automatically updates other elements of the app that depend on it</a:t>
            </a:r>
          </a:p>
          <a:p>
            <a:pPr marL="285750" indent="-285750">
              <a:buFontTx/>
              <a:buChar char="-"/>
            </a:pPr>
            <a:r>
              <a:rPr lang="en-GB" sz="2400" dirty="0">
                <a:latin typeface="Aptos" panose="020B0004020202020204" pitchFamily="34" charset="0"/>
              </a:rPr>
              <a:t> In Example 1, the inputs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ptos" panose="020B0004020202020204" pitchFamily="34" charset="0"/>
              </a:rPr>
              <a:t>a numeric input that allows the user to select the number of bins to include in the histogram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Aptos" panose="020B0004020202020204" pitchFamily="34" charset="0"/>
              </a:rPr>
              <a:t>checkboxes that allows the user to show individual observations or density estimates</a:t>
            </a:r>
          </a:p>
          <a:p>
            <a:pPr marL="285750" indent="-285750">
              <a:buFont typeface="Calibri" panose="020F0502020204030204" pitchFamily="34" charset="0"/>
              <a:buChar char="-"/>
            </a:pPr>
            <a:r>
              <a:rPr lang="en-GB" sz="2400" dirty="0">
                <a:latin typeface="Aptos" panose="020B0004020202020204" pitchFamily="34" charset="0"/>
              </a:rPr>
              <a:t>Inputs for Shiny apps can include texts, numbers and dates.</a:t>
            </a:r>
          </a:p>
          <a:p>
            <a:endParaRPr lang="en-GB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8C52F7-EAD7-E802-2EAB-A11450D32D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068"/>
          <a:stretch>
            <a:fillRect/>
          </a:stretch>
        </p:blipFill>
        <p:spPr>
          <a:xfrm>
            <a:off x="109728" y="5653868"/>
            <a:ext cx="2805850" cy="988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499179-E5BC-D287-E3E3-378E436B4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271" y="5368781"/>
            <a:ext cx="1813717" cy="12726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6C11B8-6B20-3995-77C0-7D88DA0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838" y="5932736"/>
            <a:ext cx="2639902" cy="7095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F19C00A-0625-E3AA-5E8D-DA2AF8EF79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173" y="5720305"/>
            <a:ext cx="1656664" cy="92197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2D34DB7-691A-FF9F-4286-0E0B52474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9291" y="5418060"/>
            <a:ext cx="1813717" cy="12233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4C54FA2-4972-F224-7BDB-BFB3DB2653CB}"/>
              </a:ext>
            </a:extLst>
          </p:cNvPr>
          <p:cNvSpPr txBox="1"/>
          <p:nvPr/>
        </p:nvSpPr>
        <p:spPr>
          <a:xfrm>
            <a:off x="3185838" y="5532626"/>
            <a:ext cx="2801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See more examples </a:t>
            </a:r>
            <a:r>
              <a:rPr lang="en-GB" sz="2000" dirty="0">
                <a:hlinkClick r:id="rId7"/>
              </a:rPr>
              <a:t>here</a:t>
            </a:r>
            <a:endParaRPr lang="en-GB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2FFCB-B18E-0933-6CBA-7FBA986D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CBA6F9-1D4C-6811-363A-2CF76E578D96}"/>
              </a:ext>
            </a:extLst>
          </p:cNvPr>
          <p:cNvSpPr txBox="1"/>
          <p:nvPr/>
        </p:nvSpPr>
        <p:spPr>
          <a:xfrm>
            <a:off x="540328" y="143395"/>
            <a:ext cx="22319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O</a:t>
            </a:r>
            <a:r>
              <a:rPr sz="4000" b="1" dirty="0" err="1">
                <a:solidFill>
                  <a:schemeClr val="bg1"/>
                </a:solidFill>
                <a:latin typeface="Aptos" panose="020B0004020202020204" pitchFamily="34" charset="0"/>
              </a:rPr>
              <a:t>utputs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F2872-BD2C-A2A3-E89F-75D5D768AD2A}"/>
              </a:ext>
            </a:extLst>
          </p:cNvPr>
          <p:cNvSpPr txBox="1"/>
          <p:nvPr/>
        </p:nvSpPr>
        <p:spPr>
          <a:xfrm>
            <a:off x="213360" y="1020308"/>
            <a:ext cx="699516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lang="en-GB" sz="2200" dirty="0">
                <a:latin typeface="Aptos" panose="020B0004020202020204" pitchFamily="34" charset="0"/>
              </a:rPr>
              <a:t>Shiny output functions turn R objects into outputs in the user interface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 b="0">
                <a:solidFill>
                  <a:srgbClr val="262D33"/>
                </a:solidFill>
              </a:defRPr>
            </a:pPr>
            <a:r>
              <a:rPr lang="en-GB" sz="2200" dirty="0">
                <a:latin typeface="Aptos" panose="020B0004020202020204" pitchFamily="34" charset="0"/>
              </a:rPr>
              <a:t>Shiny apps can include a variety of output elements such as plots, images, tables and HTML widgets</a:t>
            </a:r>
          </a:p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lang="en-GB" dirty="0"/>
              <a:t>(</a:t>
            </a:r>
            <a:r>
              <a:rPr lang="en-GB" dirty="0">
                <a:solidFill>
                  <a:srgbClr val="262D33"/>
                </a:solidFill>
              </a:rPr>
              <a:t>HTML widgets are interactive web-based visualizations created in R using packages such as </a:t>
            </a:r>
            <a:r>
              <a:rPr lang="en-GB" dirty="0">
                <a:solidFill>
                  <a:srgbClr val="262D33"/>
                </a:solidFill>
                <a:latin typeface="Consolas" panose="020B0609020204030204" pitchFamily="49" charset="0"/>
              </a:rPr>
              <a:t>leaflet </a:t>
            </a:r>
            <a:r>
              <a:rPr lang="en-GB" dirty="0">
                <a:solidFill>
                  <a:srgbClr val="262D33"/>
                </a:solidFill>
              </a:rPr>
              <a:t>and </a:t>
            </a:r>
            <a:r>
              <a:rPr lang="en-GB" dirty="0" err="1">
                <a:solidFill>
                  <a:srgbClr val="262D33"/>
                </a:solidFill>
                <a:latin typeface="Consolas" panose="020B0609020204030204" pitchFamily="49" charset="0"/>
              </a:rPr>
              <a:t>plotly</a:t>
            </a:r>
            <a:r>
              <a:rPr lang="en-GB" dirty="0">
                <a:solidFill>
                  <a:srgbClr val="262D33"/>
                </a:solidFill>
              </a:rPr>
              <a:t>. They provide an R interface to JavaScript visualization libraries and can be embedded in R Markdown documents, Shiny applications, etc</a:t>
            </a:r>
            <a:r>
              <a:rPr lang="en-GB" dirty="0"/>
              <a:t>. HTML widgets are included in Shiny using the </a:t>
            </a:r>
            <a:r>
              <a:rPr lang="en-GB" dirty="0" err="1">
                <a:solidFill>
                  <a:srgbClr val="262D33"/>
                </a:solidFill>
                <a:latin typeface="Consolas" panose="020B0609020204030204" pitchFamily="49" charset="0"/>
              </a:rPr>
              <a:t>htmlwidgets</a:t>
            </a:r>
            <a:r>
              <a:rPr lang="en-GB" dirty="0">
                <a:solidFill>
                  <a:srgbClr val="262D33"/>
                </a:solidFill>
              </a:rPr>
              <a:t> package.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8EA98-D303-5255-A37A-26554E5B0834}"/>
              </a:ext>
            </a:extLst>
          </p:cNvPr>
          <p:cNvSpPr txBox="1"/>
          <p:nvPr/>
        </p:nvSpPr>
        <p:spPr>
          <a:xfrm>
            <a:off x="7452360" y="1357179"/>
            <a:ext cx="42519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262D33"/>
                </a:solidFill>
              </a:defRPr>
            </a:pPr>
            <a:r>
              <a:rPr lang="en-GB" b="1" dirty="0"/>
              <a:t>Output functions are part of the </a:t>
            </a:r>
            <a:r>
              <a:rPr lang="en-GB" dirty="0" err="1">
                <a:latin typeface="Consolas" panose="020B0609020204030204" pitchFamily="49" charset="0"/>
              </a:rPr>
              <a:t>ui</a:t>
            </a:r>
            <a:r>
              <a:rPr lang="en-GB" b="1" dirty="0"/>
              <a:t>, while the corresponding render functions are included in the </a:t>
            </a:r>
            <a:r>
              <a:rPr lang="en-GB" dirty="0">
                <a:latin typeface="Consolas" panose="020B0609020204030204" pitchFamily="49" charset="0"/>
              </a:rPr>
              <a:t>server()</a:t>
            </a:r>
            <a:r>
              <a:rPr lang="en-GB" b="1" dirty="0"/>
              <a:t> function</a:t>
            </a:r>
            <a:endParaRPr lang="en-GB" b="1" dirty="0">
              <a:solidFill>
                <a:srgbClr val="0070C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4B001B-723F-6A6F-02D9-9625511C0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60" y="4154249"/>
            <a:ext cx="5881573" cy="2507943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A7F724F-52DE-6281-0622-BF08C39B4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648705"/>
              </p:ext>
            </p:extLst>
          </p:nvPr>
        </p:nvGraphicFramePr>
        <p:xfrm>
          <a:off x="7452360" y="3156966"/>
          <a:ext cx="4526280" cy="2597472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1330017776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344227366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3639281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 dirty="0">
                          <a:effectLst/>
                          <a:latin typeface="Consolas" panose="020B0609020204030204" pitchFamily="49" charset="0"/>
                        </a:rPr>
                        <a:t>UI</a:t>
                      </a:r>
                      <a:r>
                        <a:rPr lang="en-GB" sz="1200" kern="0" dirty="0">
                          <a:effectLst/>
                        </a:rPr>
                        <a:t> output function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 dirty="0">
                          <a:effectLst/>
                        </a:rPr>
                        <a:t>Server render function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 dirty="0">
                          <a:effectLst/>
                        </a:rPr>
                        <a:t>Purpose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0098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  <a:latin typeface="Consolas" panose="020B0609020204030204" pitchFamily="49" charset="0"/>
                        </a:rPr>
                        <a:t>textOutput()</a:t>
                      </a:r>
                      <a:endParaRPr lang="en-GB" sz="12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renderText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Display text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74180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  <a:latin typeface="Consolas" panose="020B0609020204030204" pitchFamily="49" charset="0"/>
                        </a:rPr>
                        <a:t>verbatimTextOutput()</a:t>
                      </a:r>
                      <a:endParaRPr lang="en-GB" sz="12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renderPrint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Display printed R output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8541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  <a:latin typeface="Consolas" panose="020B0609020204030204" pitchFamily="49" charset="0"/>
                        </a:rPr>
                        <a:t>plotOutput()</a:t>
                      </a:r>
                      <a:endParaRPr lang="en-GB" sz="12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renderPlot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Display a plot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76542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  <a:latin typeface="Consolas" panose="020B0609020204030204" pitchFamily="49" charset="0"/>
                        </a:rPr>
                        <a:t>tableOutput()</a:t>
                      </a:r>
                      <a:endParaRPr lang="en-GB" sz="12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renderTable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Display a table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21906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dataTableOutput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renderDataTable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Interactive data table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7406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  <a:latin typeface="Consolas" panose="020B0609020204030204" pitchFamily="49" charset="0"/>
                        </a:rPr>
                        <a:t>uiOutput()</a:t>
                      </a:r>
                      <a:endParaRPr lang="en-GB" sz="12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renderUI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Dynamically generate UI elements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566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  <a:latin typeface="Consolas" panose="020B0609020204030204" pitchFamily="49" charset="0"/>
                        </a:rPr>
                        <a:t>htmlOutput()</a:t>
                      </a:r>
                      <a:endParaRPr lang="en-GB" sz="1200" kern="10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renderUI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>
                          <a:effectLst/>
                        </a:rPr>
                        <a:t>Display dynamically generated HTML</a:t>
                      </a:r>
                      <a:endParaRPr lang="en-GB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99717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imageOutput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  <a:latin typeface="Consolas" panose="020B0609020204030204" pitchFamily="49" charset="0"/>
                        </a:rPr>
                        <a:t>renderImage</a:t>
                      </a:r>
                      <a:r>
                        <a:rPr lang="en-GB" sz="1000" kern="0" dirty="0">
                          <a:effectLst/>
                          <a:latin typeface="Consolas" panose="020B0609020204030204" pitchFamily="49" charset="0"/>
                        </a:rPr>
                        <a:t>()</a:t>
                      </a:r>
                      <a:endParaRPr lang="en-GB" sz="1200" kern="100" dirty="0">
                        <a:effectLst/>
                        <a:latin typeface="Consolas" panose="020B06090202040302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200" kern="0" dirty="0">
                          <a:effectLst/>
                        </a:rPr>
                        <a:t>Display an image</a:t>
                      </a:r>
                      <a:endParaRPr lang="en-GB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4401166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B2EAF5B-1342-7BE8-6E84-E3BFCD93503E}"/>
              </a:ext>
            </a:extLst>
          </p:cNvPr>
          <p:cNvSpPr txBox="1"/>
          <p:nvPr/>
        </p:nvSpPr>
        <p:spPr>
          <a:xfrm>
            <a:off x="7379208" y="2634573"/>
            <a:ext cx="4096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70C0"/>
                </a:solidFill>
              </a:rPr>
              <a:t>Common Shiny output functions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F6F551-5D85-277F-42CE-5A97C8EA3FB1}"/>
              </a:ext>
            </a:extLst>
          </p:cNvPr>
          <p:cNvSpPr txBox="1"/>
          <p:nvPr/>
        </p:nvSpPr>
        <p:spPr>
          <a:xfrm>
            <a:off x="7379208" y="5900773"/>
            <a:ext cx="47183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latin typeface="Consolas" panose="020B0609020204030204" pitchFamily="49" charset="0"/>
              </a:rPr>
              <a:t>render*() </a:t>
            </a:r>
            <a:r>
              <a:rPr lang="en-GB" sz="1800" dirty="0"/>
              <a:t>functions make server calculations reactive and connect them to outputs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0947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5A19F-0BCA-6191-B4F5-F1F9A663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0686D1-B702-FFE3-9913-3D9CED959B2B}"/>
              </a:ext>
            </a:extLst>
          </p:cNvPr>
          <p:cNvSpPr txBox="1"/>
          <p:nvPr/>
        </p:nvSpPr>
        <p:spPr>
          <a:xfrm>
            <a:off x="457200" y="191561"/>
            <a:ext cx="22215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Layouts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0807E-7BDD-6AB2-511A-39C9C501C633}"/>
              </a:ext>
            </a:extLst>
          </p:cNvPr>
          <p:cNvSpPr txBox="1"/>
          <p:nvPr/>
        </p:nvSpPr>
        <p:spPr>
          <a:xfrm>
            <a:off x="457200" y="6620256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Introduction to R Shiny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ABBC4-836A-3231-7392-D90E9EA24E90}"/>
              </a:ext>
            </a:extLst>
          </p:cNvPr>
          <p:cNvSpPr txBox="1"/>
          <p:nvPr/>
        </p:nvSpPr>
        <p:spPr>
          <a:xfrm>
            <a:off x="457200" y="1113308"/>
            <a:ext cx="85770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The layout of the user interface of a Shiny app can be created in different ways</a:t>
            </a:r>
          </a:p>
          <a:p>
            <a:endParaRPr lang="en-GB" sz="20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Multiple examples can be found on the </a:t>
            </a:r>
            <a:r>
              <a:rPr lang="en-GB" sz="2000" dirty="0">
                <a:latin typeface="Aptos" panose="020B0004020202020204" pitchFamily="34" charset="0"/>
                <a:hlinkClick r:id="rId2"/>
              </a:rPr>
              <a:t>Shiny website</a:t>
            </a:r>
            <a:endParaRPr lang="en-GB" sz="2000" dirty="0">
              <a:latin typeface="Aptos" panose="020B0004020202020204" pitchFamily="34" charset="0"/>
            </a:endParaRPr>
          </a:p>
          <a:p>
            <a:endParaRPr lang="en-GB" sz="20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Aptos" panose="020B0004020202020204" pitchFamily="34" charset="0"/>
              </a:rPr>
              <a:t>Here, we show an example using the sidebar layout which provides a sidebar for inputs and a bigger main area for output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C36C5A-AD64-1F8E-38D3-F051478AC9EE}"/>
              </a:ext>
            </a:extLst>
          </p:cNvPr>
          <p:cNvSpPr txBox="1"/>
          <p:nvPr/>
        </p:nvSpPr>
        <p:spPr>
          <a:xfrm>
            <a:off x="594360" y="6280998"/>
            <a:ext cx="4555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Source: https://shiny.posit.co/r/articles/build/layout-guide/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BB07B-FAF2-FD80-9A5E-4310C8C6178D}"/>
              </a:ext>
            </a:extLst>
          </p:cNvPr>
          <p:cNvSpPr txBox="1"/>
          <p:nvPr/>
        </p:nvSpPr>
        <p:spPr>
          <a:xfrm>
            <a:off x="7604817" y="3129878"/>
            <a:ext cx="44439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0" i="0" spc="-15" dirty="0">
                <a:effectLst/>
                <a:latin typeface="Consolas" panose="020B0609020204030204" pitchFamily="49" charset="0"/>
              </a:rPr>
              <a:t>R code:</a:t>
            </a:r>
          </a:p>
          <a:p>
            <a:r>
              <a:rPr lang="en-GB" sz="1800" b="0" i="0" spc="-15" dirty="0" err="1">
                <a:effectLst/>
                <a:latin typeface="Consolas" panose="020B0609020204030204" pitchFamily="49" charset="0"/>
              </a:rPr>
              <a:t>ui</a:t>
            </a:r>
            <a:r>
              <a:rPr lang="en-GB" sz="1800" b="0" i="0" spc="-15" dirty="0">
                <a:effectLst/>
                <a:latin typeface="Consolas" panose="020B0609020204030204" pitchFamily="49" charset="0"/>
              </a:rPr>
              <a:t> &lt;- </a:t>
            </a:r>
            <a:r>
              <a:rPr lang="en-GB" sz="1800" b="0" i="0" spc="-15" dirty="0" err="1">
                <a:effectLst/>
                <a:latin typeface="Consolas" panose="020B0609020204030204" pitchFamily="49" charset="0"/>
              </a:rPr>
              <a:t>page_sidebar</a:t>
            </a:r>
            <a:r>
              <a:rPr lang="en-GB" sz="1800" b="0" i="0" spc="-15" dirty="0">
                <a:effectLst/>
                <a:latin typeface="Consolas" panose="020B0609020204030204" pitchFamily="49" charset="0"/>
              </a:rPr>
              <a:t>( </a:t>
            </a:r>
          </a:p>
          <a:p>
            <a:endParaRPr lang="en-GB" spc="-15" dirty="0">
              <a:latin typeface="Consolas" panose="020B0609020204030204" pitchFamily="49" charset="0"/>
            </a:endParaRPr>
          </a:p>
          <a:p>
            <a:r>
              <a:rPr lang="en-GB" sz="1800" b="0" i="0" spc="-15" dirty="0">
                <a:effectLst/>
                <a:latin typeface="Consolas" panose="020B0609020204030204" pitchFamily="49" charset="0"/>
              </a:rPr>
              <a:t>title = "Hello Shiny!",</a:t>
            </a:r>
          </a:p>
          <a:p>
            <a:r>
              <a:rPr lang="en-GB" sz="1800" b="0" i="0" spc="-15" dirty="0">
                <a:effectLst/>
                <a:latin typeface="Consolas" panose="020B0609020204030204" pitchFamily="49" charset="0"/>
              </a:rPr>
              <a:t>sidebar = sidebar( </a:t>
            </a:r>
          </a:p>
          <a:p>
            <a:r>
              <a:rPr lang="en-GB" spc="-15" dirty="0">
                <a:latin typeface="Consolas" panose="020B0609020204030204" pitchFamily="49" charset="0"/>
              </a:rPr>
              <a:t>	</a:t>
            </a:r>
            <a:r>
              <a:rPr lang="en-GB" sz="1800" b="0" i="0" spc="-15" dirty="0" err="1">
                <a:effectLst/>
                <a:latin typeface="Consolas" panose="020B0609020204030204" pitchFamily="49" charset="0"/>
              </a:rPr>
              <a:t>sliderInput</a:t>
            </a:r>
            <a:r>
              <a:rPr lang="en-GB" sz="1800" b="0" i="0" spc="-15" dirty="0">
                <a:effectLst/>
                <a:latin typeface="Consolas" panose="020B0609020204030204" pitchFamily="49" charset="0"/>
              </a:rPr>
              <a:t>( "bins", label = 	"Number of bins:", min = 1, 	value = 30, max = 50 </a:t>
            </a:r>
          </a:p>
          <a:p>
            <a:r>
              <a:rPr lang="en-GB" spc="-15" dirty="0">
                <a:latin typeface="Consolas" panose="020B0609020204030204" pitchFamily="49" charset="0"/>
              </a:rPr>
              <a:t>	</a:t>
            </a:r>
            <a:r>
              <a:rPr lang="en-GB" sz="1800" b="0" i="0" spc="-15" dirty="0">
                <a:effectLst/>
                <a:latin typeface="Consolas" panose="020B0609020204030204" pitchFamily="49" charset="0"/>
              </a:rPr>
              <a:t>) </a:t>
            </a:r>
          </a:p>
          <a:p>
            <a:r>
              <a:rPr lang="en-GB" sz="1800" b="0" i="0" spc="-15" dirty="0">
                <a:effectLst/>
                <a:latin typeface="Consolas" panose="020B0609020204030204" pitchFamily="49" charset="0"/>
              </a:rPr>
              <a:t>  ), </a:t>
            </a:r>
          </a:p>
          <a:p>
            <a:r>
              <a:rPr lang="en-GB" spc="-15" dirty="0">
                <a:latin typeface="Consolas" panose="020B0609020204030204" pitchFamily="49" charset="0"/>
              </a:rPr>
              <a:t>  </a:t>
            </a:r>
            <a:r>
              <a:rPr lang="en-GB" sz="1800" b="0" i="0" spc="-15" dirty="0" err="1">
                <a:effectLst/>
                <a:latin typeface="Consolas" panose="020B0609020204030204" pitchFamily="49" charset="0"/>
              </a:rPr>
              <a:t>plotOutput</a:t>
            </a:r>
            <a:r>
              <a:rPr lang="en-GB" sz="1800" b="0" i="0" spc="-15" dirty="0">
                <a:effectLst/>
                <a:latin typeface="Consolas" panose="020B0609020204030204" pitchFamily="49" charset="0"/>
              </a:rPr>
              <a:t>("</a:t>
            </a:r>
            <a:r>
              <a:rPr lang="en-GB" sz="1800" b="0" i="0" spc="-15" dirty="0" err="1">
                <a:effectLst/>
                <a:latin typeface="Consolas" panose="020B0609020204030204" pitchFamily="49" charset="0"/>
              </a:rPr>
              <a:t>distPlot</a:t>
            </a:r>
            <a:r>
              <a:rPr lang="en-GB" sz="1800" b="0" i="0" spc="-15" dirty="0">
                <a:effectLst/>
                <a:latin typeface="Consolas" panose="020B0609020204030204" pitchFamily="49" charset="0"/>
              </a:rPr>
              <a:t>") </a:t>
            </a:r>
          </a:p>
          <a:p>
            <a:r>
              <a:rPr lang="en-GB" sz="1800" b="0" i="0" spc="-15" dirty="0">
                <a:effectLst/>
                <a:latin typeface="Consolas" panose="020B0609020204030204" pitchFamily="49" charset="0"/>
              </a:rPr>
              <a:t>)</a:t>
            </a:r>
            <a:endParaRPr lang="en-GB" dirty="0">
              <a:latin typeface="Consolas" panose="020B0609020204030204" pitchFamily="49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3639826-5F6C-0B4A-A9B6-DFC478231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3534036"/>
            <a:ext cx="5767897" cy="274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85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421E4-FCDD-45EC-755F-B75330DF0068}"/>
              </a:ext>
            </a:extLst>
          </p:cNvPr>
          <p:cNvSpPr txBox="1"/>
          <p:nvPr/>
        </p:nvSpPr>
        <p:spPr>
          <a:xfrm>
            <a:off x="594360" y="164177"/>
            <a:ext cx="113385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ptos" panose="020B0004020202020204" pitchFamily="34" charset="0"/>
              </a:rPr>
              <a:t>Step-by-step guide on how to create and publish a Shiny app</a:t>
            </a:r>
            <a:endParaRPr sz="3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1C8BD-272A-0187-4E61-FFE4DF0FCF3D}"/>
              </a:ext>
            </a:extLst>
          </p:cNvPr>
          <p:cNvSpPr txBox="1"/>
          <p:nvPr/>
        </p:nvSpPr>
        <p:spPr>
          <a:xfrm>
            <a:off x="685800" y="1153845"/>
            <a:ext cx="93726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ptos" panose="020B0004020202020204" pitchFamily="34" charset="0"/>
              </a:rPr>
              <a:t>Step 1</a:t>
            </a:r>
            <a:r>
              <a:rPr lang="en-GB" sz="2400" dirty="0">
                <a:latin typeface="Aptos" panose="020B0004020202020204" pitchFamily="34" charset="0"/>
              </a:rPr>
              <a:t>: </a:t>
            </a:r>
            <a:r>
              <a:rPr lang="en-GB" sz="2400" b="1" dirty="0">
                <a:latin typeface="Aptos" panose="020B0004020202020204" pitchFamily="34" charset="0"/>
              </a:rPr>
              <a:t>Create a shinyapps.io account</a:t>
            </a:r>
            <a:endParaRPr lang="en-GB" sz="2400" dirty="0">
              <a:latin typeface="Aptos" panose="020B0004020202020204" pitchFamily="34" charset="0"/>
            </a:endParaRP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Go to </a:t>
            </a:r>
            <a:r>
              <a:rPr lang="en-GB" sz="2400" u="sng" dirty="0">
                <a:latin typeface="Aptos" panose="020B0004020202020204" pitchFamily="34" charset="0"/>
                <a:hlinkClick r:id="rId2"/>
              </a:rPr>
              <a:t>https://www.shinyapps.io/</a:t>
            </a:r>
            <a:endParaRPr lang="en-GB" sz="2400" dirty="0">
              <a:latin typeface="Aptos" panose="020B0004020202020204" pitchFamily="34" charset="0"/>
            </a:endParaRP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Click Sign Up now (The free plan allows up to 5 apps and 25 active hours per month)</a:t>
            </a: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Register – create an account using the registration options provided. You may be required to choose an account name. This can be a project name or any other name you find suitable.</a:t>
            </a: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After registration, log in to your shinyapps.io dashboard (use the login button at the top right corner of the page)</a:t>
            </a:r>
          </a:p>
          <a:p>
            <a:pPr lvl="0"/>
            <a:endParaRPr lang="en-GB" sz="2400" dirty="0">
              <a:latin typeface="Aptos" panose="020B0004020202020204" pitchFamily="34" charset="0"/>
            </a:endParaRPr>
          </a:p>
          <a:p>
            <a:r>
              <a:rPr lang="en-GB" sz="2400" b="1" dirty="0">
                <a:latin typeface="Aptos" panose="020B0004020202020204" pitchFamily="34" charset="0"/>
              </a:rPr>
              <a:t>Step 2</a:t>
            </a:r>
            <a:r>
              <a:rPr lang="en-GB" sz="2400" dirty="0">
                <a:latin typeface="Aptos" panose="020B0004020202020204" pitchFamily="34" charset="0"/>
              </a:rPr>
              <a:t>: </a:t>
            </a:r>
            <a:r>
              <a:rPr lang="en-GB" sz="2400" b="1" dirty="0">
                <a:latin typeface="Aptos" panose="020B0004020202020204" pitchFamily="34" charset="0"/>
              </a:rPr>
              <a:t>Find your account name</a:t>
            </a:r>
            <a:endParaRPr lang="en-GB" sz="2400" dirty="0">
              <a:latin typeface="Aptos" panose="020B0004020202020204" pitchFamily="34" charset="0"/>
            </a:endParaRP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Once logged in, you will have an account/dashboard associated with your shinyapps.io username.</a:t>
            </a: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You will need this when connecting R/RStudio to shinyapps.io.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0374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3BBCB1D-4622-CFF5-0C11-E769A67D5518}"/>
              </a:ext>
            </a:extLst>
          </p:cNvPr>
          <p:cNvSpPr txBox="1"/>
          <p:nvPr/>
        </p:nvSpPr>
        <p:spPr>
          <a:xfrm>
            <a:off x="887384" y="1061512"/>
            <a:ext cx="962863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Aptos" panose="020B0004020202020204" pitchFamily="34" charset="0"/>
              </a:rPr>
              <a:t>Step 3: Install the </a:t>
            </a:r>
            <a:r>
              <a:rPr lang="en-GB" sz="2400" b="1" dirty="0" err="1">
                <a:latin typeface="Aptos" panose="020B0004020202020204" pitchFamily="34" charset="0"/>
              </a:rPr>
              <a:t>rsconnect</a:t>
            </a:r>
            <a:r>
              <a:rPr lang="en-GB" sz="2400" b="1" dirty="0">
                <a:latin typeface="Aptos" panose="020B0004020202020204" pitchFamily="34" charset="0"/>
              </a:rPr>
              <a:t> package in R</a:t>
            </a:r>
            <a:endParaRPr lang="en-GB" sz="2400" dirty="0">
              <a:latin typeface="Aptos" panose="020B0004020202020204" pitchFamily="34" charset="0"/>
            </a:endParaRP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Open RStudio and run: </a:t>
            </a:r>
            <a:r>
              <a:rPr lang="en-GB" sz="2400" dirty="0" err="1">
                <a:latin typeface="Aptos" panose="020B0004020202020204" pitchFamily="34" charset="0"/>
              </a:rPr>
              <a:t>install.packages</a:t>
            </a:r>
            <a:r>
              <a:rPr lang="en-GB" sz="2400" dirty="0">
                <a:latin typeface="Aptos" panose="020B0004020202020204" pitchFamily="34" charset="0"/>
              </a:rPr>
              <a:t>("</a:t>
            </a:r>
            <a:r>
              <a:rPr lang="en-GB" sz="2400" dirty="0" err="1">
                <a:latin typeface="Aptos" panose="020B0004020202020204" pitchFamily="34" charset="0"/>
              </a:rPr>
              <a:t>rsconnect</a:t>
            </a:r>
            <a:r>
              <a:rPr lang="en-GB" sz="2400" dirty="0">
                <a:latin typeface="Aptos" panose="020B0004020202020204" pitchFamily="34" charset="0"/>
              </a:rPr>
              <a:t>")</a:t>
            </a:r>
          </a:p>
          <a:p>
            <a:r>
              <a:rPr lang="en-GB" sz="2400" dirty="0" err="1">
                <a:latin typeface="Aptos" panose="020B0004020202020204" pitchFamily="34" charset="0"/>
              </a:rPr>
              <a:t>rsconnect</a:t>
            </a:r>
            <a:r>
              <a:rPr lang="en-GB" sz="2400" dirty="0">
                <a:latin typeface="Aptos" panose="020B0004020202020204" pitchFamily="34" charset="0"/>
              </a:rPr>
              <a:t> is the current R package used for deploying Shiny applications.</a:t>
            </a: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Then load the package: library(</a:t>
            </a:r>
            <a:r>
              <a:rPr lang="en-GB" sz="2400" dirty="0" err="1">
                <a:latin typeface="Aptos" panose="020B0004020202020204" pitchFamily="34" charset="0"/>
              </a:rPr>
              <a:t>rsconnect</a:t>
            </a:r>
            <a:r>
              <a:rPr lang="en-GB" sz="2400" dirty="0">
                <a:latin typeface="Aptos" panose="020B0004020202020204" pitchFamily="34" charset="0"/>
              </a:rPr>
              <a:t>)</a:t>
            </a:r>
          </a:p>
          <a:p>
            <a:pPr lvl="0"/>
            <a:endParaRPr lang="en-GB" sz="2400" dirty="0">
              <a:latin typeface="Aptos" panose="020B0004020202020204" pitchFamily="34" charset="0"/>
            </a:endParaRPr>
          </a:p>
          <a:p>
            <a:r>
              <a:rPr lang="en-GB" sz="2400" b="1" dirty="0">
                <a:latin typeface="Aptos" panose="020B0004020202020204" pitchFamily="34" charset="0"/>
              </a:rPr>
              <a:t>Step 4: Connect RStudio to your shinyapps.io account</a:t>
            </a:r>
            <a:endParaRPr lang="en-GB" sz="2400" dirty="0">
              <a:latin typeface="Aptos" panose="020B0004020202020204" pitchFamily="34" charset="0"/>
            </a:endParaRP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In RStudio: Go to Tools → Global Options → Publishing → Connect.</a:t>
            </a:r>
          </a:p>
          <a:p>
            <a:r>
              <a:rPr lang="en-GB" sz="2400" dirty="0">
                <a:latin typeface="Aptos" panose="020B0004020202020204" pitchFamily="34" charset="0"/>
              </a:rPr>
              <a:t>RStudio supports push-button publishing to shinyapps.io.</a:t>
            </a: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Select: shinyapps.io</a:t>
            </a:r>
          </a:p>
          <a:p>
            <a:r>
              <a:rPr lang="en-GB" sz="2400" dirty="0">
                <a:latin typeface="Aptos" panose="020B0004020202020204" pitchFamily="34" charset="0"/>
              </a:rPr>
              <a:t>RStudio will then open the shinyapps.io authorisation page. </a:t>
            </a: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Log in and authorise RStudio to connect to your account. </a:t>
            </a:r>
          </a:p>
          <a:p>
            <a:pPr lvl="0"/>
            <a:r>
              <a:rPr lang="en-GB" sz="2400" dirty="0">
                <a:latin typeface="Aptos" panose="020B0004020202020204" pitchFamily="34" charset="0"/>
              </a:rPr>
              <a:t>Once connected, RStudio will have the credentials required to publish your applications.</a:t>
            </a:r>
          </a:p>
          <a:p>
            <a:endParaRPr lang="en-GB" sz="2400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39322-D824-5BC7-6DD6-8FE7F5C370CD}"/>
              </a:ext>
            </a:extLst>
          </p:cNvPr>
          <p:cNvSpPr txBox="1"/>
          <p:nvPr/>
        </p:nvSpPr>
        <p:spPr>
          <a:xfrm>
            <a:off x="594360" y="164177"/>
            <a:ext cx="113385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ptos" panose="020B0004020202020204" pitchFamily="34" charset="0"/>
              </a:rPr>
              <a:t>Step-by-step guide on how to create and publish a Shiny app</a:t>
            </a:r>
            <a:endParaRPr sz="3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084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2DE28-02F1-76DD-BE49-79881519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AC085E-E9F7-B25D-17A0-CDE78EB76834}"/>
              </a:ext>
            </a:extLst>
          </p:cNvPr>
          <p:cNvSpPr txBox="1"/>
          <p:nvPr/>
        </p:nvSpPr>
        <p:spPr>
          <a:xfrm>
            <a:off x="594360" y="1108896"/>
            <a:ext cx="10987688" cy="5584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5: Create your first two Shiny apps using the scripts provided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First copy the scripts into a new folder named </a:t>
            </a:r>
            <a:r>
              <a:rPr lang="en-GB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shiny_app_scripts</a:t>
            </a: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possibly in the documents directory on your computer.</a:t>
            </a: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 the scripts in R and run them one after the other to create the </a:t>
            </a:r>
            <a:r>
              <a:rPr lang="en-GB" sz="16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RShiny</a:t>
            </a: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apps. </a:t>
            </a: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Click the RStudio button “Run App” to run each script.</a:t>
            </a: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 should see a Shiny application in a pop-up window.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Always make sure the application works locally before deploying it.</a:t>
            </a:r>
          </a:p>
          <a:p>
            <a:pPr lvl="0">
              <a:lnSpc>
                <a:spcPct val="115000"/>
              </a:lnSpc>
              <a:spcAft>
                <a:spcPts val="800"/>
              </a:spcAft>
            </a:pP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6: Publish it to shinyapps.io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 the app script open in RStudio, look for the </a:t>
            </a: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</a:t>
            </a: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button/icon in the RStudio interface, then click </a:t>
            </a: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Publish.</a:t>
            </a:r>
            <a:endParaRPr lang="en-GB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Alternatively, if the app is running, the publishing icon is available in the Shiny application interface. Click </a:t>
            </a:r>
            <a:r>
              <a:rPr lang="en-GB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</a:t>
            </a: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 there are many scripts in your folder, ensure that only the relevant script is selected when you want to publish.</a:t>
            </a: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RStudio will: 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package your application; 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identify the R packages it requires; 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upload the application to shinyapps.io; 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install the required packages on the server; </a:t>
            </a:r>
          </a:p>
          <a:p>
            <a:pPr marL="742950" lvl="1" indent="-285750">
              <a:lnSpc>
                <a:spcPct val="115000"/>
              </a:lnSpc>
              <a:buFont typeface="Courier New" panose="02070309020205020404" pitchFamily="49" charset="0"/>
              <a:buChar char="o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 the application. 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GB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first deployment can take several minutes because the server has to recreate the application's R environment.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B4F39-3B2C-EA5D-0D14-94C1024E66AC}"/>
              </a:ext>
            </a:extLst>
          </p:cNvPr>
          <p:cNvSpPr txBox="1"/>
          <p:nvPr/>
        </p:nvSpPr>
        <p:spPr>
          <a:xfrm>
            <a:off x="594360" y="164177"/>
            <a:ext cx="113385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ptos" panose="020B0004020202020204" pitchFamily="34" charset="0"/>
              </a:rPr>
              <a:t>Step-by-step guide on how to create and publish a Shiny app</a:t>
            </a:r>
            <a:endParaRPr sz="3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329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902C-06EE-C088-8B14-E1102EA1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4831C-0C7D-B28E-74C5-61DCE82F16CB}"/>
              </a:ext>
            </a:extLst>
          </p:cNvPr>
          <p:cNvSpPr txBox="1"/>
          <p:nvPr/>
        </p:nvSpPr>
        <p:spPr>
          <a:xfrm>
            <a:off x="694944" y="1545336"/>
            <a:ext cx="10902696" cy="36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7: Get the public URL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After successful deployment, shinyapps.io will give you a URL similar to: </a:t>
            </a:r>
            <a:r>
              <a:rPr lang="en-GB" sz="20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https://youraccount.shinyapps.io/my-first-shiny-app/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 can send this URL to someone else and they can run the application in their browser. They do not need R or RStudio installed.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8: Publishing subsequent versions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Suppose you modify your Shiny script locally, you can test it by clicking </a:t>
            </a:r>
            <a:r>
              <a:rPr lang="en-GB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Run App</a:t>
            </a: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then click </a:t>
            </a:r>
            <a:r>
              <a:rPr lang="en-GB" sz="2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Publish/Republish</a:t>
            </a:r>
            <a:r>
              <a:rPr lang="en-GB" sz="20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7B73CB-1881-A075-9AE7-1BAFB60CBEDB}"/>
              </a:ext>
            </a:extLst>
          </p:cNvPr>
          <p:cNvSpPr txBox="1"/>
          <p:nvPr/>
        </p:nvSpPr>
        <p:spPr>
          <a:xfrm>
            <a:off x="594360" y="164177"/>
            <a:ext cx="113385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ptos" panose="020B0004020202020204" pitchFamily="34" charset="0"/>
              </a:rPr>
              <a:t>Step-by-step guide on how to create and publish a Shiny app</a:t>
            </a:r>
            <a:endParaRPr sz="3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554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4D9E-5AA6-9C1E-510E-E1D812B17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FE97E-A132-267B-24EA-44DDC5B82DEE}"/>
              </a:ext>
            </a:extLst>
          </p:cNvPr>
          <p:cNvSpPr txBox="1"/>
          <p:nvPr/>
        </p:nvSpPr>
        <p:spPr>
          <a:xfrm>
            <a:off x="722376" y="1243584"/>
            <a:ext cx="9720072" cy="4067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Step 9: Deploying from R</a:t>
            </a:r>
            <a:endParaRPr lang="en-GB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GB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Once your shinyapps.io account is configured, you can deploy using: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library(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rsconnect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endParaRPr lang="en-GB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rsconnect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::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deployApp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 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appDir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"path/to/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my_shiny_app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)</a:t>
            </a:r>
            <a:endParaRPr lang="en-GB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example, if your application is in the folder “C:/Users/Edson/Documents/</a:t>
            </a:r>
            <a:r>
              <a:rPr lang="en-GB" sz="2000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my_shiny_app</a:t>
            </a:r>
            <a:r>
              <a:rPr lang="en-GB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”, you could use:</a:t>
            </a:r>
          </a:p>
          <a:p>
            <a:pPr marL="457200">
              <a:lnSpc>
                <a:spcPct val="115000"/>
              </a:lnSpc>
              <a:buNone/>
            </a:pP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library(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rsconnect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endParaRPr lang="en-GB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buNone/>
            </a:pP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rsconnect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::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deployApp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 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appDir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"C:/Users/Edson/Documents/my_shiny_app" )</a:t>
            </a:r>
            <a:endParaRPr lang="en-GB" sz="20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deployApp</a:t>
            </a:r>
            <a:r>
              <a:rPr lang="en-GB" sz="2000" kern="100" dirty="0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GB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 the standard </a:t>
            </a:r>
            <a:r>
              <a:rPr lang="en-GB" sz="2000" kern="100" dirty="0" err="1">
                <a:latin typeface="Cambria" panose="0204050305040603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rsconnect</a:t>
            </a:r>
            <a:r>
              <a:rPr lang="en-GB" sz="20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function for deploying a Shiny application.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5A41F-B5ED-9E03-05D7-9E9ABF927A84}"/>
              </a:ext>
            </a:extLst>
          </p:cNvPr>
          <p:cNvSpPr txBox="1"/>
          <p:nvPr/>
        </p:nvSpPr>
        <p:spPr>
          <a:xfrm>
            <a:off x="594360" y="164177"/>
            <a:ext cx="1133855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3200" b="1" dirty="0">
                <a:solidFill>
                  <a:schemeClr val="bg1"/>
                </a:solidFill>
                <a:latin typeface="Aptos" panose="020B0004020202020204" pitchFamily="34" charset="0"/>
              </a:rPr>
              <a:t>Step-by-step guide on how to create and publish a Shiny app</a:t>
            </a:r>
            <a:endParaRPr sz="32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883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107291"/>
            <a:ext cx="503342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Additional r</a:t>
            </a:r>
            <a:r>
              <a:rPr sz="4000" b="1" dirty="0" err="1">
                <a:solidFill>
                  <a:schemeClr val="bg1"/>
                </a:solidFill>
                <a:latin typeface="Aptos" panose="020B0004020202020204" pitchFamily="34" charset="0"/>
              </a:rPr>
              <a:t>esources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262D3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Posit — Shiny Basics, Lesson 1: Welcome to Shiny</a:t>
            </a:r>
          </a:p>
          <a:p>
            <a:pPr>
              <a:spcAft>
                <a:spcPts val="1000"/>
              </a:spcAft>
              <a:defRPr sz="2100" b="0">
                <a:solidFill>
                  <a:srgbClr val="262D3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Posit — Shiny Basics, Lesson 2: Build a user interface</a:t>
            </a:r>
          </a:p>
          <a:p>
            <a:pPr>
              <a:spcAft>
                <a:spcPts val="1000"/>
              </a:spcAft>
              <a:defRPr sz="2100" b="0">
                <a:solidFill>
                  <a:srgbClr val="262D3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Posit — Shiny Articles and documentation</a:t>
            </a:r>
          </a:p>
          <a:p>
            <a:pPr>
              <a:spcAft>
                <a:spcPts val="1000"/>
              </a:spcAft>
              <a:defRPr sz="2100" b="0">
                <a:solidFill>
                  <a:srgbClr val="262D33"/>
                </a:solidFill>
              </a:defRPr>
            </a:pPr>
            <a:r>
              <a:rPr sz="2800" dirty="0">
                <a:latin typeface="Aptos" panose="020B0004020202020204" pitchFamily="34" charset="0"/>
              </a:rPr>
              <a:t>Built-in examples: </a:t>
            </a:r>
            <a:r>
              <a:rPr sz="2800" dirty="0" err="1">
                <a:latin typeface="Aptos" panose="020B0004020202020204" pitchFamily="34" charset="0"/>
              </a:rPr>
              <a:t>runExample</a:t>
            </a:r>
            <a:r>
              <a:rPr sz="2800" dirty="0">
                <a:latin typeface="Aptos" panose="020B0004020202020204" pitchFamily="34" charset="0"/>
              </a:rPr>
              <a:t>("01_hello") through </a:t>
            </a:r>
            <a:r>
              <a:rPr sz="2800" dirty="0" err="1">
                <a:latin typeface="Aptos" panose="020B0004020202020204" pitchFamily="34" charset="0"/>
              </a:rPr>
              <a:t>runExample</a:t>
            </a:r>
            <a:r>
              <a:rPr sz="2800" dirty="0">
                <a:latin typeface="Aptos" panose="020B0004020202020204" pitchFamily="34" charset="0"/>
              </a:rPr>
              <a:t>("11_timer")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04316"/>
            <a:ext cx="62430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7BC2"/>
                </a:solidFill>
              </a:defRPr>
            </a:pPr>
            <a:r>
              <a:rPr sz="2400" dirty="0"/>
              <a:t>https://shiny.posit.co/r/getstarted/shiny-basics/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39A7C2-601D-02D7-3F80-C09EAC7061FE}"/>
              </a:ext>
            </a:extLst>
          </p:cNvPr>
          <p:cNvSpPr txBox="1"/>
          <p:nvPr/>
        </p:nvSpPr>
        <p:spPr>
          <a:xfrm>
            <a:off x="594360" y="107291"/>
            <a:ext cx="253864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  <a:latin typeface="Aptos" panose="020B0004020202020204" pitchFamily="34" charset="0"/>
              </a:rPr>
              <a:t>Exercise 8</a:t>
            </a:r>
            <a:endParaRPr sz="4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5C877-4B25-6AD5-CD53-1EE4F7E9A38F}"/>
              </a:ext>
            </a:extLst>
          </p:cNvPr>
          <p:cNvSpPr txBox="1"/>
          <p:nvPr/>
        </p:nvSpPr>
        <p:spPr>
          <a:xfrm>
            <a:off x="716973" y="1402773"/>
            <a:ext cx="785552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ptos" panose="020B0004020202020204" pitchFamily="34" charset="0"/>
              </a:rPr>
              <a:t>The R scripts 1_shiny.R and 2_shiny.R are self-contained. Run these to familiarize yourself with the Shiny architecture.  </a:t>
            </a:r>
          </a:p>
          <a:p>
            <a:endParaRPr lang="en-GB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ptos" panose="020B0004020202020204" pitchFamily="34" charset="0"/>
              </a:rPr>
              <a:t>Publish the apps and generate shareable links.</a:t>
            </a:r>
          </a:p>
          <a:p>
            <a:endParaRPr lang="en-GB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Aptos" panose="020B0004020202020204" pitchFamily="34" charset="0"/>
              </a:rPr>
              <a:t>Run the script 0_workshop_spatial.R to create a Shiny app to visualize the outputs of a spatial analysis. The data required by the script are contained in the file “nga_dtp1_admin1.Rdata”. You can also publish the app if </a:t>
            </a:r>
            <a:r>
              <a:rPr lang="en-GB" sz="2400">
                <a:latin typeface="Aptos" panose="020B0004020202020204" pitchFamily="34" charset="0"/>
              </a:rPr>
              <a:t>you wish.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5508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7379</TotalTime>
  <Words>2135</Words>
  <Application>Microsoft Office PowerPoint</Application>
  <PresentationFormat>Widescreen</PresentationFormat>
  <Paragraphs>209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Cambria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Edson Utazi</dc:creator>
  <cp:keywords/>
  <dc:description>generated using python-pptx</dc:description>
  <cp:lastModifiedBy>Edson Utazi</cp:lastModifiedBy>
  <cp:revision>2</cp:revision>
  <dcterms:created xsi:type="dcterms:W3CDTF">2013-01-27T09:14:16Z</dcterms:created>
  <dcterms:modified xsi:type="dcterms:W3CDTF">2026-10-10T07:46:17Z</dcterms:modified>
  <cp:category/>
</cp:coreProperties>
</file>