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image6.jpg" ContentType="image/jpeg"/>
  <Override PartName="/ppt/media/image7.jpg" ContentType="image/jpeg"/>
  <Override PartName="/ppt/media/image8.jpg" ContentType="image/jpeg"/>
  <Override PartName="/ppt/media/image9.jpg" ContentType="image/jpeg"/>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321" r:id="rId2"/>
    <p:sldId id="264" r:id="rId3"/>
    <p:sldId id="259" r:id="rId4"/>
    <p:sldId id="271" r:id="rId5"/>
    <p:sldId id="272" r:id="rId6"/>
    <p:sldId id="273" r:id="rId7"/>
    <p:sldId id="276" r:id="rId8"/>
    <p:sldId id="277" r:id="rId9"/>
    <p:sldId id="274" r:id="rId10"/>
    <p:sldId id="278" r:id="rId11"/>
    <p:sldId id="275" r:id="rId12"/>
    <p:sldId id="279" r:id="rId13"/>
    <p:sldId id="280" r:id="rId14"/>
    <p:sldId id="292" r:id="rId15"/>
    <p:sldId id="281" r:id="rId16"/>
    <p:sldId id="291" r:id="rId17"/>
    <p:sldId id="295" r:id="rId18"/>
    <p:sldId id="296" r:id="rId19"/>
    <p:sldId id="289" r:id="rId20"/>
    <p:sldId id="293" r:id="rId21"/>
    <p:sldId id="294" r:id="rId22"/>
    <p:sldId id="284" r:id="rId23"/>
    <p:sldId id="268" r:id="rId24"/>
    <p:sldId id="290" r:id="rId25"/>
    <p:sldId id="261" r:id="rId26"/>
    <p:sldId id="287" r:id="rId27"/>
    <p:sldId id="258" r:id="rId28"/>
    <p:sldId id="288" r:id="rId29"/>
    <p:sldId id="323" r:id="rId30"/>
    <p:sldId id="297" r:id="rId31"/>
    <p:sldId id="322" r:id="rId32"/>
    <p:sldId id="270" r:id="rId33"/>
    <p:sldId id="262"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9EE2377-AC83-42DA-93C2-34E2CC260A58}" v="117" dt="2026-10-10T10:40:47.7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dson Utazi" userId="bcb3a38a-3ad0-4389-89a4-f1f4b25807d3" providerId="ADAL" clId="{6E6BB287-36A5-4019-B86C-EECBD7B9E602}"/>
    <pc:docChg chg="undo custSel addSld delSld modSld sldOrd modMainMaster">
      <pc:chgData name="Edson Utazi" userId="bcb3a38a-3ad0-4389-89a4-f1f4b25807d3" providerId="ADAL" clId="{6E6BB287-36A5-4019-B86C-EECBD7B9E602}" dt="2026-10-10T10:42:04.649" v="16530" actId="5793"/>
      <pc:docMkLst>
        <pc:docMk/>
      </pc:docMkLst>
      <pc:sldChg chg="addSp delSp modSp del mod">
        <pc:chgData name="Edson Utazi" userId="bcb3a38a-3ad0-4389-89a4-f1f4b25807d3" providerId="ADAL" clId="{6E6BB287-36A5-4019-B86C-EECBD7B9E602}" dt="2026-10-09T09:17:35.624" v="12475" actId="2696"/>
        <pc:sldMkLst>
          <pc:docMk/>
          <pc:sldMk cId="3420256745" sldId="256"/>
        </pc:sldMkLst>
        <pc:spChg chg="add del">
          <ac:chgData name="Edson Utazi" userId="bcb3a38a-3ad0-4389-89a4-f1f4b25807d3" providerId="ADAL" clId="{6E6BB287-36A5-4019-B86C-EECBD7B9E602}" dt="2026-10-09T09:14:54.481" v="12330" actId="22"/>
          <ac:spMkLst>
            <pc:docMk/>
            <pc:sldMk cId="3420256745" sldId="256"/>
            <ac:spMk id="5" creationId="{2B9F91D0-2565-9878-FF40-407F51969310}"/>
          </ac:spMkLst>
        </pc:spChg>
      </pc:sldChg>
      <pc:sldChg chg="modSp mod ord">
        <pc:chgData name="Edson Utazi" userId="bcb3a38a-3ad0-4389-89a4-f1f4b25807d3" providerId="ADAL" clId="{6E6BB287-36A5-4019-B86C-EECBD7B9E602}" dt="2026-10-09T16:15:11.809" v="15742" actId="1076"/>
        <pc:sldMkLst>
          <pc:docMk/>
          <pc:sldMk cId="3045933213" sldId="258"/>
        </pc:sldMkLst>
        <pc:spChg chg="mod">
          <ac:chgData name="Edson Utazi" userId="bcb3a38a-3ad0-4389-89a4-f1f4b25807d3" providerId="ADAL" clId="{6E6BB287-36A5-4019-B86C-EECBD7B9E602}" dt="2026-10-09T10:24:24.231" v="13144" actId="207"/>
          <ac:spMkLst>
            <pc:docMk/>
            <pc:sldMk cId="3045933213" sldId="258"/>
            <ac:spMk id="2" creationId="{4B38409C-2478-31F2-BB9B-0645284DAC06}"/>
          </ac:spMkLst>
        </pc:spChg>
        <pc:spChg chg="mod">
          <ac:chgData name="Edson Utazi" userId="bcb3a38a-3ad0-4389-89a4-f1f4b25807d3" providerId="ADAL" clId="{6E6BB287-36A5-4019-B86C-EECBD7B9E602}" dt="2026-10-09T16:15:11.809" v="15742" actId="1076"/>
          <ac:spMkLst>
            <pc:docMk/>
            <pc:sldMk cId="3045933213" sldId="258"/>
            <ac:spMk id="3" creationId="{2AE3B5E5-F0B4-9AEC-1842-65A01E9BA017}"/>
          </ac:spMkLst>
        </pc:spChg>
      </pc:sldChg>
      <pc:sldChg chg="modSp new mod">
        <pc:chgData name="Edson Utazi" userId="bcb3a38a-3ad0-4389-89a4-f1f4b25807d3" providerId="ADAL" clId="{6E6BB287-36A5-4019-B86C-EECBD7B9E602}" dt="2026-10-09T10:02:37.376" v="12550" actId="14100"/>
        <pc:sldMkLst>
          <pc:docMk/>
          <pc:sldMk cId="3998993485" sldId="259"/>
        </pc:sldMkLst>
        <pc:spChg chg="mod">
          <ac:chgData name="Edson Utazi" userId="bcb3a38a-3ad0-4389-89a4-f1f4b25807d3" providerId="ADAL" clId="{6E6BB287-36A5-4019-B86C-EECBD7B9E602}" dt="2026-10-09T10:02:28.745" v="12548" actId="2711"/>
          <ac:spMkLst>
            <pc:docMk/>
            <pc:sldMk cId="3998993485" sldId="259"/>
            <ac:spMk id="2" creationId="{3B11A23B-70D8-DCC4-DA14-C8FD2261571F}"/>
          </ac:spMkLst>
        </pc:spChg>
        <pc:spChg chg="mod">
          <ac:chgData name="Edson Utazi" userId="bcb3a38a-3ad0-4389-89a4-f1f4b25807d3" providerId="ADAL" clId="{6E6BB287-36A5-4019-B86C-EECBD7B9E602}" dt="2026-10-09T10:02:37.376" v="12550" actId="14100"/>
          <ac:spMkLst>
            <pc:docMk/>
            <pc:sldMk cId="3998993485" sldId="259"/>
            <ac:spMk id="3" creationId="{4E8DFDF4-72FC-DCAF-F612-6A9A60C3951A}"/>
          </ac:spMkLst>
        </pc:spChg>
      </pc:sldChg>
      <pc:sldChg chg="addSp delSp modSp new mod">
        <pc:chgData name="Edson Utazi" userId="bcb3a38a-3ad0-4389-89a4-f1f4b25807d3" providerId="ADAL" clId="{6E6BB287-36A5-4019-B86C-EECBD7B9E602}" dt="2026-10-09T10:23:28.988" v="13135"/>
        <pc:sldMkLst>
          <pc:docMk/>
          <pc:sldMk cId="2607225056" sldId="261"/>
        </pc:sldMkLst>
        <pc:spChg chg="mod">
          <ac:chgData name="Edson Utazi" userId="bcb3a38a-3ad0-4389-89a4-f1f4b25807d3" providerId="ADAL" clId="{6E6BB287-36A5-4019-B86C-EECBD7B9E602}" dt="2026-09-28T20:56:19.087" v="10597" actId="207"/>
          <ac:spMkLst>
            <pc:docMk/>
            <pc:sldMk cId="2607225056" sldId="261"/>
            <ac:spMk id="3" creationId="{75279322-2235-1722-2D02-71586FFD1DFA}"/>
          </ac:spMkLst>
        </pc:spChg>
        <pc:spChg chg="add del mod">
          <ac:chgData name="Edson Utazi" userId="bcb3a38a-3ad0-4389-89a4-f1f4b25807d3" providerId="ADAL" clId="{6E6BB287-36A5-4019-B86C-EECBD7B9E602}" dt="2026-10-09T10:23:27.768" v="13134" actId="478"/>
          <ac:spMkLst>
            <pc:docMk/>
            <pc:sldMk cId="2607225056" sldId="261"/>
            <ac:spMk id="4" creationId="{48E399E5-79AD-AA97-3880-0835157D6BF8}"/>
          </ac:spMkLst>
        </pc:spChg>
        <pc:spChg chg="add del mod">
          <ac:chgData name="Edson Utazi" userId="bcb3a38a-3ad0-4389-89a4-f1f4b25807d3" providerId="ADAL" clId="{6E6BB287-36A5-4019-B86C-EECBD7B9E602}" dt="2026-10-09T10:23:26.566" v="13133" actId="478"/>
          <ac:spMkLst>
            <pc:docMk/>
            <pc:sldMk cId="2607225056" sldId="261"/>
            <ac:spMk id="5" creationId="{9479B1DF-2538-A093-80DC-F63261A19A8E}"/>
          </ac:spMkLst>
        </pc:spChg>
        <pc:spChg chg="add mod">
          <ac:chgData name="Edson Utazi" userId="bcb3a38a-3ad0-4389-89a4-f1f4b25807d3" providerId="ADAL" clId="{6E6BB287-36A5-4019-B86C-EECBD7B9E602}" dt="2026-10-09T10:23:28.988" v="13135"/>
          <ac:spMkLst>
            <pc:docMk/>
            <pc:sldMk cId="2607225056" sldId="261"/>
            <ac:spMk id="6" creationId="{6A95C9CD-9E3A-A497-493E-931571BED0E6}"/>
          </ac:spMkLst>
        </pc:spChg>
      </pc:sldChg>
      <pc:sldChg chg="addSp delSp modSp new mod">
        <pc:chgData name="Edson Utazi" userId="bcb3a38a-3ad0-4389-89a4-f1f4b25807d3" providerId="ADAL" clId="{6E6BB287-36A5-4019-B86C-EECBD7B9E602}" dt="2026-10-09T16:10:23.359" v="15621" actId="1076"/>
        <pc:sldMkLst>
          <pc:docMk/>
          <pc:sldMk cId="3177845643" sldId="262"/>
        </pc:sldMkLst>
        <pc:spChg chg="add del mod">
          <ac:chgData name="Edson Utazi" userId="bcb3a38a-3ad0-4389-89a4-f1f4b25807d3" providerId="ADAL" clId="{6E6BB287-36A5-4019-B86C-EECBD7B9E602}" dt="2026-10-09T16:07:52.433" v="15598" actId="478"/>
          <ac:spMkLst>
            <pc:docMk/>
            <pc:sldMk cId="3177845643" sldId="262"/>
            <ac:spMk id="2" creationId="{D6E3D1C5-5FE9-DEA5-9ABB-FDB716A1D326}"/>
          </ac:spMkLst>
        </pc:spChg>
        <pc:spChg chg="add mod">
          <ac:chgData name="Edson Utazi" userId="bcb3a38a-3ad0-4389-89a4-f1f4b25807d3" providerId="ADAL" clId="{6E6BB287-36A5-4019-B86C-EECBD7B9E602}" dt="2026-10-09T10:27:00.278" v="13360" actId="20577"/>
          <ac:spMkLst>
            <pc:docMk/>
            <pc:sldMk cId="3177845643" sldId="262"/>
            <ac:spMk id="3" creationId="{E9E0BBE1-00A7-9713-B63B-9C4FBCA4CE3F}"/>
          </ac:spMkLst>
        </pc:spChg>
        <pc:spChg chg="add mod">
          <ac:chgData name="Edson Utazi" userId="bcb3a38a-3ad0-4389-89a4-f1f4b25807d3" providerId="ADAL" clId="{6E6BB287-36A5-4019-B86C-EECBD7B9E602}" dt="2026-10-09T16:10:23.359" v="15621" actId="1076"/>
          <ac:spMkLst>
            <pc:docMk/>
            <pc:sldMk cId="3177845643" sldId="262"/>
            <ac:spMk id="4" creationId="{4DCB2310-C3A9-0F13-8CA2-70B183CA1688}"/>
          </ac:spMkLst>
        </pc:spChg>
      </pc:sldChg>
      <pc:sldChg chg="modSp new mod">
        <pc:chgData name="Edson Utazi" userId="bcb3a38a-3ad0-4389-89a4-f1f4b25807d3" providerId="ADAL" clId="{6E6BB287-36A5-4019-B86C-EECBD7B9E602}" dt="2026-10-09T16:42:03.874" v="16250" actId="1076"/>
        <pc:sldMkLst>
          <pc:docMk/>
          <pc:sldMk cId="1684815363" sldId="264"/>
        </pc:sldMkLst>
        <pc:spChg chg="mod">
          <ac:chgData name="Edson Utazi" userId="bcb3a38a-3ad0-4389-89a4-f1f4b25807d3" providerId="ADAL" clId="{6E6BB287-36A5-4019-B86C-EECBD7B9E602}" dt="2026-10-09T10:01:37.878" v="12489" actId="2711"/>
          <ac:spMkLst>
            <pc:docMk/>
            <pc:sldMk cId="1684815363" sldId="264"/>
            <ac:spMk id="2" creationId="{33BA1BB0-054C-9FD7-C1D9-B4774DEE6A72}"/>
          </ac:spMkLst>
        </pc:spChg>
        <pc:spChg chg="mod">
          <ac:chgData name="Edson Utazi" userId="bcb3a38a-3ad0-4389-89a4-f1f4b25807d3" providerId="ADAL" clId="{6E6BB287-36A5-4019-B86C-EECBD7B9E602}" dt="2026-10-09T16:42:03.874" v="16250" actId="1076"/>
          <ac:spMkLst>
            <pc:docMk/>
            <pc:sldMk cId="1684815363" sldId="264"/>
            <ac:spMk id="3" creationId="{F0E0223C-D306-F5A8-AD34-8F0F57C17BB6}"/>
          </ac:spMkLst>
        </pc:spChg>
      </pc:sldChg>
      <pc:sldChg chg="addSp delSp modSp new mod">
        <pc:chgData name="Edson Utazi" userId="bcb3a38a-3ad0-4389-89a4-f1f4b25807d3" providerId="ADAL" clId="{6E6BB287-36A5-4019-B86C-EECBD7B9E602}" dt="2026-10-09T10:22:46.248" v="13129" actId="20577"/>
        <pc:sldMkLst>
          <pc:docMk/>
          <pc:sldMk cId="451873260" sldId="268"/>
        </pc:sldMkLst>
        <pc:spChg chg="add del mod">
          <ac:chgData name="Edson Utazi" userId="bcb3a38a-3ad0-4389-89a4-f1f4b25807d3" providerId="ADAL" clId="{6E6BB287-36A5-4019-B86C-EECBD7B9E602}" dt="2026-10-09T10:20:14.115" v="13032" actId="21"/>
          <ac:spMkLst>
            <pc:docMk/>
            <pc:sldMk cId="451873260" sldId="268"/>
            <ac:spMk id="3" creationId="{FF396261-B770-F211-4B6A-F13F9FF5242E}"/>
          </ac:spMkLst>
        </pc:spChg>
        <pc:spChg chg="add del mod">
          <ac:chgData name="Edson Utazi" userId="bcb3a38a-3ad0-4389-89a4-f1f4b25807d3" providerId="ADAL" clId="{6E6BB287-36A5-4019-B86C-EECBD7B9E602}" dt="2026-10-09T10:15:23.176" v="13022" actId="478"/>
          <ac:spMkLst>
            <pc:docMk/>
            <pc:sldMk cId="451873260" sldId="268"/>
            <ac:spMk id="4" creationId="{9A48E956-7BC6-C35A-7EFE-888447098798}"/>
          </ac:spMkLst>
        </pc:spChg>
        <pc:spChg chg="add del mod">
          <ac:chgData name="Edson Utazi" userId="bcb3a38a-3ad0-4389-89a4-f1f4b25807d3" providerId="ADAL" clId="{6E6BB287-36A5-4019-B86C-EECBD7B9E602}" dt="2026-10-09T10:15:25.358" v="13023" actId="478"/>
          <ac:spMkLst>
            <pc:docMk/>
            <pc:sldMk cId="451873260" sldId="268"/>
            <ac:spMk id="5" creationId="{ED766CC5-B19A-5D72-A330-8582F0CA3B09}"/>
          </ac:spMkLst>
        </pc:spChg>
        <pc:spChg chg="add mod">
          <ac:chgData name="Edson Utazi" userId="bcb3a38a-3ad0-4389-89a4-f1f4b25807d3" providerId="ADAL" clId="{6E6BB287-36A5-4019-B86C-EECBD7B9E602}" dt="2026-10-09T10:15:26.666" v="13024"/>
          <ac:spMkLst>
            <pc:docMk/>
            <pc:sldMk cId="451873260" sldId="268"/>
            <ac:spMk id="6" creationId="{200DD7DB-A719-0C3D-00A4-28C660EC667C}"/>
          </ac:spMkLst>
        </pc:spChg>
        <pc:spChg chg="add del mod">
          <ac:chgData name="Edson Utazi" userId="bcb3a38a-3ad0-4389-89a4-f1f4b25807d3" providerId="ADAL" clId="{6E6BB287-36A5-4019-B86C-EECBD7B9E602}" dt="2026-10-09T10:20:00.033" v="13029"/>
          <ac:spMkLst>
            <pc:docMk/>
            <pc:sldMk cId="451873260" sldId="268"/>
            <ac:spMk id="9" creationId="{A89D59E7-D3D5-7849-644B-36EEDAE93E86}"/>
          </ac:spMkLst>
        </pc:spChg>
        <pc:spChg chg="add del mod">
          <ac:chgData name="Edson Utazi" userId="bcb3a38a-3ad0-4389-89a4-f1f4b25807d3" providerId="ADAL" clId="{6E6BB287-36A5-4019-B86C-EECBD7B9E602}" dt="2026-10-09T10:20:14.115" v="13032" actId="21"/>
          <ac:spMkLst>
            <pc:docMk/>
            <pc:sldMk cId="451873260" sldId="268"/>
            <ac:spMk id="11" creationId="{5313957E-BAF5-4E8C-232C-10CC5793EE8F}"/>
          </ac:spMkLst>
        </pc:spChg>
        <pc:spChg chg="add mod">
          <ac:chgData name="Edson Utazi" userId="bcb3a38a-3ad0-4389-89a4-f1f4b25807d3" providerId="ADAL" clId="{6E6BB287-36A5-4019-B86C-EECBD7B9E602}" dt="2026-10-09T10:22:46.248" v="13129" actId="20577"/>
          <ac:spMkLst>
            <pc:docMk/>
            <pc:sldMk cId="451873260" sldId="268"/>
            <ac:spMk id="13" creationId="{BAE15F0D-B780-BE35-DB9D-A37F194D51EE}"/>
          </ac:spMkLst>
        </pc:spChg>
        <pc:spChg chg="add mod">
          <ac:chgData name="Edson Utazi" userId="bcb3a38a-3ad0-4389-89a4-f1f4b25807d3" providerId="ADAL" clId="{6E6BB287-36A5-4019-B86C-EECBD7B9E602}" dt="2026-10-09T10:20:54.022" v="13103"/>
          <ac:spMkLst>
            <pc:docMk/>
            <pc:sldMk cId="451873260" sldId="268"/>
            <ac:spMk id="14" creationId="{FF396261-B770-F211-4B6A-F13F9FF5242E}"/>
          </ac:spMkLst>
        </pc:spChg>
        <pc:cxnChg chg="add mod">
          <ac:chgData name="Edson Utazi" userId="bcb3a38a-3ad0-4389-89a4-f1f4b25807d3" providerId="ADAL" clId="{6E6BB287-36A5-4019-B86C-EECBD7B9E602}" dt="2026-10-09T10:20:28.804" v="13033" actId="14100"/>
          <ac:cxnSpMkLst>
            <pc:docMk/>
            <pc:sldMk cId="451873260" sldId="268"/>
            <ac:cxnSpMk id="8" creationId="{779302C4-1EEF-63CA-72B2-2BB00FDCD481}"/>
          </ac:cxnSpMkLst>
        </pc:cxnChg>
      </pc:sldChg>
      <pc:sldChg chg="modSp new mod ord">
        <pc:chgData name="Edson Utazi" userId="bcb3a38a-3ad0-4389-89a4-f1f4b25807d3" providerId="ADAL" clId="{6E6BB287-36A5-4019-B86C-EECBD7B9E602}" dt="2026-10-09T16:10:40.285" v="15623" actId="1076"/>
        <pc:sldMkLst>
          <pc:docMk/>
          <pc:sldMk cId="515779132" sldId="270"/>
        </pc:sldMkLst>
        <pc:spChg chg="mod">
          <ac:chgData name="Edson Utazi" userId="bcb3a38a-3ad0-4389-89a4-f1f4b25807d3" providerId="ADAL" clId="{6E6BB287-36A5-4019-B86C-EECBD7B9E602}" dt="2026-10-09T10:26:31.703" v="13346" actId="207"/>
          <ac:spMkLst>
            <pc:docMk/>
            <pc:sldMk cId="515779132" sldId="270"/>
            <ac:spMk id="2" creationId="{200F5A43-E029-C77F-06E8-58EE0C84E41F}"/>
          </ac:spMkLst>
        </pc:spChg>
        <pc:spChg chg="mod">
          <ac:chgData name="Edson Utazi" userId="bcb3a38a-3ad0-4389-89a4-f1f4b25807d3" providerId="ADAL" clId="{6E6BB287-36A5-4019-B86C-EECBD7B9E602}" dt="2026-10-09T16:10:40.285" v="15623" actId="1076"/>
          <ac:spMkLst>
            <pc:docMk/>
            <pc:sldMk cId="515779132" sldId="270"/>
            <ac:spMk id="3" creationId="{F39B0978-D802-D5F9-BCC5-A279653E4369}"/>
          </ac:spMkLst>
        </pc:spChg>
      </pc:sldChg>
      <pc:sldChg chg="addSp delSp modSp new mod">
        <pc:chgData name="Edson Utazi" userId="bcb3a38a-3ad0-4389-89a4-f1f4b25807d3" providerId="ADAL" clId="{6E6BB287-36A5-4019-B86C-EECBD7B9E602}" dt="2026-10-09T10:03:16.244" v="12559" actId="1076"/>
        <pc:sldMkLst>
          <pc:docMk/>
          <pc:sldMk cId="1454034731" sldId="271"/>
        </pc:sldMkLst>
        <pc:spChg chg="mod">
          <ac:chgData name="Edson Utazi" userId="bcb3a38a-3ad0-4389-89a4-f1f4b25807d3" providerId="ADAL" clId="{6E6BB287-36A5-4019-B86C-EECBD7B9E602}" dt="2026-10-09T10:03:16.244" v="12559" actId="1076"/>
          <ac:spMkLst>
            <pc:docMk/>
            <pc:sldMk cId="1454034731" sldId="271"/>
            <ac:spMk id="3" creationId="{60E14EE2-50EB-855C-5A57-3B816DD758FA}"/>
          </ac:spMkLst>
        </pc:spChg>
        <pc:spChg chg="add del mod">
          <ac:chgData name="Edson Utazi" userId="bcb3a38a-3ad0-4389-89a4-f1f4b25807d3" providerId="ADAL" clId="{6E6BB287-36A5-4019-B86C-EECBD7B9E602}" dt="2026-10-09T10:02:48.383" v="12551" actId="478"/>
          <ac:spMkLst>
            <pc:docMk/>
            <pc:sldMk cId="1454034731" sldId="271"/>
            <ac:spMk id="4" creationId="{0D2B6F5C-6465-820B-661D-144058AF3A65}"/>
          </ac:spMkLst>
        </pc:spChg>
        <pc:spChg chg="add del mod">
          <ac:chgData name="Edson Utazi" userId="bcb3a38a-3ad0-4389-89a4-f1f4b25807d3" providerId="ADAL" clId="{6E6BB287-36A5-4019-B86C-EECBD7B9E602}" dt="2026-10-09T10:02:52.794" v="12554" actId="478"/>
          <ac:spMkLst>
            <pc:docMk/>
            <pc:sldMk cId="1454034731" sldId="271"/>
            <ac:spMk id="5" creationId="{6F56F4CD-B7AC-1DF7-9BBD-412E8E73B75B}"/>
          </ac:spMkLst>
        </pc:spChg>
        <pc:spChg chg="add mod">
          <ac:chgData name="Edson Utazi" userId="bcb3a38a-3ad0-4389-89a4-f1f4b25807d3" providerId="ADAL" clId="{6E6BB287-36A5-4019-B86C-EECBD7B9E602}" dt="2026-10-09T10:02:49.297" v="12553" actId="27636"/>
          <ac:spMkLst>
            <pc:docMk/>
            <pc:sldMk cId="1454034731" sldId="271"/>
            <ac:spMk id="6" creationId="{6EB4E54A-C8DA-8A83-4E8E-AF63FD7D9B22}"/>
          </ac:spMkLst>
        </pc:spChg>
      </pc:sldChg>
      <pc:sldChg chg="addSp delSp modSp new mod">
        <pc:chgData name="Edson Utazi" userId="bcb3a38a-3ad0-4389-89a4-f1f4b25807d3" providerId="ADAL" clId="{6E6BB287-36A5-4019-B86C-EECBD7B9E602}" dt="2026-10-09T10:03:44.459" v="12567" actId="1076"/>
        <pc:sldMkLst>
          <pc:docMk/>
          <pc:sldMk cId="1365149032" sldId="272"/>
        </pc:sldMkLst>
        <pc:spChg chg="mod">
          <ac:chgData name="Edson Utazi" userId="bcb3a38a-3ad0-4389-89a4-f1f4b25807d3" providerId="ADAL" clId="{6E6BB287-36A5-4019-B86C-EECBD7B9E602}" dt="2026-10-09T10:03:44.459" v="12567" actId="1076"/>
          <ac:spMkLst>
            <pc:docMk/>
            <pc:sldMk cId="1365149032" sldId="272"/>
            <ac:spMk id="3" creationId="{F6BCD1D9-AA1F-BC4B-3725-155E7AED0636}"/>
          </ac:spMkLst>
        </pc:spChg>
        <pc:spChg chg="add mod">
          <ac:chgData name="Edson Utazi" userId="bcb3a38a-3ad0-4389-89a4-f1f4b25807d3" providerId="ADAL" clId="{6E6BB287-36A5-4019-B86C-EECBD7B9E602}" dt="2026-09-23T14:56:42.043" v="2898" actId="20577"/>
          <ac:spMkLst>
            <pc:docMk/>
            <pc:sldMk cId="1365149032" sldId="272"/>
            <ac:spMk id="4" creationId="{28F216B5-828C-4416-1E26-81550DFC9EB2}"/>
          </ac:spMkLst>
        </pc:spChg>
        <pc:spChg chg="add del mod">
          <ac:chgData name="Edson Utazi" userId="bcb3a38a-3ad0-4389-89a4-f1f4b25807d3" providerId="ADAL" clId="{6E6BB287-36A5-4019-B86C-EECBD7B9E602}" dt="2026-10-09T10:03:26.767" v="12560" actId="478"/>
          <ac:spMkLst>
            <pc:docMk/>
            <pc:sldMk cId="1365149032" sldId="272"/>
            <ac:spMk id="5" creationId="{34F6BA93-D32D-4886-44CD-4CF73E74A01B}"/>
          </ac:spMkLst>
        </pc:spChg>
        <pc:spChg chg="add del mod">
          <ac:chgData name="Edson Utazi" userId="bcb3a38a-3ad0-4389-89a4-f1f4b25807d3" providerId="ADAL" clId="{6E6BB287-36A5-4019-B86C-EECBD7B9E602}" dt="2026-10-09T10:03:29.858" v="12561" actId="22"/>
          <ac:spMkLst>
            <pc:docMk/>
            <pc:sldMk cId="1365149032" sldId="272"/>
            <ac:spMk id="6" creationId="{4A3A1B9C-7955-E444-4D60-0B5E35899335}"/>
          </ac:spMkLst>
        </pc:spChg>
        <pc:spChg chg="add mod">
          <ac:chgData name="Edson Utazi" userId="bcb3a38a-3ad0-4389-89a4-f1f4b25807d3" providerId="ADAL" clId="{6E6BB287-36A5-4019-B86C-EECBD7B9E602}" dt="2026-10-09T10:03:38.260" v="12566" actId="1076"/>
          <ac:spMkLst>
            <pc:docMk/>
            <pc:sldMk cId="1365149032" sldId="272"/>
            <ac:spMk id="8" creationId="{7123BE15-1FDD-F2E6-06F2-168241D88371}"/>
          </ac:spMkLst>
        </pc:spChg>
      </pc:sldChg>
      <pc:sldChg chg="addSp delSp modSp new mod">
        <pc:chgData name="Edson Utazi" userId="bcb3a38a-3ad0-4389-89a4-f1f4b25807d3" providerId="ADAL" clId="{6E6BB287-36A5-4019-B86C-EECBD7B9E602}" dt="2026-10-09T10:04:32.812" v="12574" actId="1076"/>
        <pc:sldMkLst>
          <pc:docMk/>
          <pc:sldMk cId="2979795665" sldId="273"/>
        </pc:sldMkLst>
        <pc:spChg chg="mod">
          <ac:chgData name="Edson Utazi" userId="bcb3a38a-3ad0-4389-89a4-f1f4b25807d3" providerId="ADAL" clId="{6E6BB287-36A5-4019-B86C-EECBD7B9E602}" dt="2026-10-09T10:04:32.812" v="12574" actId="1076"/>
          <ac:spMkLst>
            <pc:docMk/>
            <pc:sldMk cId="2979795665" sldId="273"/>
            <ac:spMk id="3" creationId="{B17C9D08-E2E2-DC5F-A6D1-A3C15DB169B8}"/>
          </ac:spMkLst>
        </pc:spChg>
        <pc:spChg chg="add del mod">
          <ac:chgData name="Edson Utazi" userId="bcb3a38a-3ad0-4389-89a4-f1f4b25807d3" providerId="ADAL" clId="{6E6BB287-36A5-4019-B86C-EECBD7B9E602}" dt="2026-10-09T10:04:18.802" v="12568" actId="478"/>
          <ac:spMkLst>
            <pc:docMk/>
            <pc:sldMk cId="2979795665" sldId="273"/>
            <ac:spMk id="4" creationId="{D4E719D0-0D66-44CE-6F09-228C8D32D735}"/>
          </ac:spMkLst>
        </pc:spChg>
        <pc:spChg chg="add del mod">
          <ac:chgData name="Edson Utazi" userId="bcb3a38a-3ad0-4389-89a4-f1f4b25807d3" providerId="ADAL" clId="{6E6BB287-36A5-4019-B86C-EECBD7B9E602}" dt="2026-10-09T10:04:21.340" v="12569"/>
          <ac:spMkLst>
            <pc:docMk/>
            <pc:sldMk cId="2979795665" sldId="273"/>
            <ac:spMk id="5" creationId="{55002D0E-790A-4CE2-2BCA-A159E8E6C9FB}"/>
          </ac:spMkLst>
        </pc:spChg>
        <pc:spChg chg="add mod">
          <ac:chgData name="Edson Utazi" userId="bcb3a38a-3ad0-4389-89a4-f1f4b25807d3" providerId="ADAL" clId="{6E6BB287-36A5-4019-B86C-EECBD7B9E602}" dt="2026-10-09T10:04:27.307" v="12573" actId="1076"/>
          <ac:spMkLst>
            <pc:docMk/>
            <pc:sldMk cId="2979795665" sldId="273"/>
            <ac:spMk id="6" creationId="{16E4679B-99DF-3936-528B-D92ED30655DB}"/>
          </ac:spMkLst>
        </pc:spChg>
      </pc:sldChg>
      <pc:sldChg chg="addSp delSp modSp new mod">
        <pc:chgData name="Edson Utazi" userId="bcb3a38a-3ad0-4389-89a4-f1f4b25807d3" providerId="ADAL" clId="{6E6BB287-36A5-4019-B86C-EECBD7B9E602}" dt="2026-10-09T10:06:23.440" v="12593" actId="1076"/>
        <pc:sldMkLst>
          <pc:docMk/>
          <pc:sldMk cId="4047567522" sldId="274"/>
        </pc:sldMkLst>
        <pc:spChg chg="mod">
          <ac:chgData name="Edson Utazi" userId="bcb3a38a-3ad0-4389-89a4-f1f4b25807d3" providerId="ADAL" clId="{6E6BB287-36A5-4019-B86C-EECBD7B9E602}" dt="2026-10-09T10:06:12.551" v="12592" actId="1076"/>
          <ac:spMkLst>
            <pc:docMk/>
            <pc:sldMk cId="4047567522" sldId="274"/>
            <ac:spMk id="3" creationId="{F7B180A4-6563-2CC2-4193-A0D58ED41C21}"/>
          </ac:spMkLst>
        </pc:spChg>
        <pc:spChg chg="add del mod">
          <ac:chgData name="Edson Utazi" userId="bcb3a38a-3ad0-4389-89a4-f1f4b25807d3" providerId="ADAL" clId="{6E6BB287-36A5-4019-B86C-EECBD7B9E602}" dt="2026-10-09T10:05:52.874" v="12587" actId="478"/>
          <ac:spMkLst>
            <pc:docMk/>
            <pc:sldMk cId="4047567522" sldId="274"/>
            <ac:spMk id="4" creationId="{66540FDE-29F2-D7A0-EC6E-84074D2EEBF2}"/>
          </ac:spMkLst>
        </pc:spChg>
        <pc:spChg chg="add mod">
          <ac:chgData name="Edson Utazi" userId="bcb3a38a-3ad0-4389-89a4-f1f4b25807d3" providerId="ADAL" clId="{6E6BB287-36A5-4019-B86C-EECBD7B9E602}" dt="2026-10-09T10:06:23.440" v="12593" actId="1076"/>
          <ac:spMkLst>
            <pc:docMk/>
            <pc:sldMk cId="4047567522" sldId="274"/>
            <ac:spMk id="5" creationId="{5D881B68-F4F5-A356-E31C-3B712432EF03}"/>
          </ac:spMkLst>
        </pc:spChg>
        <pc:spChg chg="add del mod">
          <ac:chgData name="Edson Utazi" userId="bcb3a38a-3ad0-4389-89a4-f1f4b25807d3" providerId="ADAL" clId="{6E6BB287-36A5-4019-B86C-EECBD7B9E602}" dt="2026-10-09T10:05:56.539" v="12588" actId="478"/>
          <ac:spMkLst>
            <pc:docMk/>
            <pc:sldMk cId="4047567522" sldId="274"/>
            <ac:spMk id="6" creationId="{C7A14F99-0709-73CB-8519-67D98801355C}"/>
          </ac:spMkLst>
        </pc:spChg>
        <pc:spChg chg="add mod">
          <ac:chgData name="Edson Utazi" userId="bcb3a38a-3ad0-4389-89a4-f1f4b25807d3" providerId="ADAL" clId="{6E6BB287-36A5-4019-B86C-EECBD7B9E602}" dt="2026-10-09T10:06:12.551" v="12592" actId="1076"/>
          <ac:spMkLst>
            <pc:docMk/>
            <pc:sldMk cId="4047567522" sldId="274"/>
            <ac:spMk id="8" creationId="{35327671-BCEC-32B0-3381-01637B543778}"/>
          </ac:spMkLst>
        </pc:spChg>
        <pc:spChg chg="add mod">
          <ac:chgData name="Edson Utazi" userId="bcb3a38a-3ad0-4389-89a4-f1f4b25807d3" providerId="ADAL" clId="{6E6BB287-36A5-4019-B86C-EECBD7B9E602}" dt="2026-10-09T10:05:57.181" v="12589"/>
          <ac:spMkLst>
            <pc:docMk/>
            <pc:sldMk cId="4047567522" sldId="274"/>
            <ac:spMk id="9" creationId="{0FDC68CC-A306-7C66-0B66-9039E5FD9512}"/>
          </ac:spMkLst>
        </pc:spChg>
        <pc:cxnChg chg="add mod">
          <ac:chgData name="Edson Utazi" userId="bcb3a38a-3ad0-4389-89a4-f1f4b25807d3" providerId="ADAL" clId="{6E6BB287-36A5-4019-B86C-EECBD7B9E602}" dt="2026-10-09T10:06:12.551" v="12592" actId="1076"/>
          <ac:cxnSpMkLst>
            <pc:docMk/>
            <pc:sldMk cId="4047567522" sldId="274"/>
            <ac:cxnSpMk id="7" creationId="{E5A70136-90A0-F3C9-C251-8D64F5570258}"/>
          </ac:cxnSpMkLst>
        </pc:cxnChg>
      </pc:sldChg>
      <pc:sldChg chg="addSp delSp modSp new mod">
        <pc:chgData name="Edson Utazi" userId="bcb3a38a-3ad0-4389-89a4-f1f4b25807d3" providerId="ADAL" clId="{6E6BB287-36A5-4019-B86C-EECBD7B9E602}" dt="2026-10-09T10:06:53.204" v="12600"/>
        <pc:sldMkLst>
          <pc:docMk/>
          <pc:sldMk cId="2386299668" sldId="275"/>
        </pc:sldMkLst>
        <pc:spChg chg="mod">
          <ac:chgData name="Edson Utazi" userId="bcb3a38a-3ad0-4389-89a4-f1f4b25807d3" providerId="ADAL" clId="{6E6BB287-36A5-4019-B86C-EECBD7B9E602}" dt="2026-09-29T09:15:47.373" v="10633" actId="1076"/>
          <ac:spMkLst>
            <pc:docMk/>
            <pc:sldMk cId="2386299668" sldId="275"/>
            <ac:spMk id="3" creationId="{93DF1C8A-CAD6-E56E-927D-D02A7E3E98A0}"/>
          </ac:spMkLst>
        </pc:spChg>
        <pc:spChg chg="add del mod">
          <ac:chgData name="Edson Utazi" userId="bcb3a38a-3ad0-4389-89a4-f1f4b25807d3" providerId="ADAL" clId="{6E6BB287-36A5-4019-B86C-EECBD7B9E602}" dt="2026-10-09T10:06:50.232" v="12598" actId="478"/>
          <ac:spMkLst>
            <pc:docMk/>
            <pc:sldMk cId="2386299668" sldId="275"/>
            <ac:spMk id="4" creationId="{65D9DE01-6C52-EA5C-8D69-CFCB286BC57A}"/>
          </ac:spMkLst>
        </pc:spChg>
        <pc:spChg chg="add del mod">
          <ac:chgData name="Edson Utazi" userId="bcb3a38a-3ad0-4389-89a4-f1f4b25807d3" providerId="ADAL" clId="{6E6BB287-36A5-4019-B86C-EECBD7B9E602}" dt="2026-10-09T10:06:51.933" v="12599" actId="478"/>
          <ac:spMkLst>
            <pc:docMk/>
            <pc:sldMk cId="2386299668" sldId="275"/>
            <ac:spMk id="6" creationId="{38E24154-87C9-09A3-D78C-7EE154FA8C16}"/>
          </ac:spMkLst>
        </pc:spChg>
        <pc:spChg chg="add mod">
          <ac:chgData name="Edson Utazi" userId="bcb3a38a-3ad0-4389-89a4-f1f4b25807d3" providerId="ADAL" clId="{6E6BB287-36A5-4019-B86C-EECBD7B9E602}" dt="2026-10-09T10:06:53.204" v="12600"/>
          <ac:spMkLst>
            <pc:docMk/>
            <pc:sldMk cId="2386299668" sldId="275"/>
            <ac:spMk id="7" creationId="{CEBE5B23-A933-E0E0-2C89-07A74C3AF849}"/>
          </ac:spMkLst>
        </pc:spChg>
        <pc:picChg chg="add mod ord modCrop">
          <ac:chgData name="Edson Utazi" userId="bcb3a38a-3ad0-4389-89a4-f1f4b25807d3" providerId="ADAL" clId="{6E6BB287-36A5-4019-B86C-EECBD7B9E602}" dt="2026-09-29T09:15:55.410" v="10635" actId="167"/>
          <ac:picMkLst>
            <pc:docMk/>
            <pc:sldMk cId="2386299668" sldId="275"/>
            <ac:picMk id="2" creationId="{88129723-2F0E-7950-A062-CF23A14E0964}"/>
          </ac:picMkLst>
        </pc:picChg>
      </pc:sldChg>
      <pc:sldChg chg="addSp delSp modSp new mod">
        <pc:chgData name="Edson Utazi" userId="bcb3a38a-3ad0-4389-89a4-f1f4b25807d3" providerId="ADAL" clId="{6E6BB287-36A5-4019-B86C-EECBD7B9E602}" dt="2026-10-09T10:04:52.812" v="12578" actId="1076"/>
        <pc:sldMkLst>
          <pc:docMk/>
          <pc:sldMk cId="2014505959" sldId="276"/>
        </pc:sldMkLst>
        <pc:spChg chg="mod">
          <ac:chgData name="Edson Utazi" userId="bcb3a38a-3ad0-4389-89a4-f1f4b25807d3" providerId="ADAL" clId="{6E6BB287-36A5-4019-B86C-EECBD7B9E602}" dt="2026-10-09T10:04:52.812" v="12578" actId="1076"/>
          <ac:spMkLst>
            <pc:docMk/>
            <pc:sldMk cId="2014505959" sldId="276"/>
            <ac:spMk id="3" creationId="{E03DC662-25FC-3E07-C292-3727C78DD8EC}"/>
          </ac:spMkLst>
        </pc:spChg>
        <pc:spChg chg="add del mod">
          <ac:chgData name="Edson Utazi" userId="bcb3a38a-3ad0-4389-89a4-f1f4b25807d3" providerId="ADAL" clId="{6E6BB287-36A5-4019-B86C-EECBD7B9E602}" dt="2026-10-09T10:04:43.078" v="12575" actId="478"/>
          <ac:spMkLst>
            <pc:docMk/>
            <pc:sldMk cId="2014505959" sldId="276"/>
            <ac:spMk id="4" creationId="{016165E8-C310-4E78-8422-BFFFEF6F36CE}"/>
          </ac:spMkLst>
        </pc:spChg>
        <pc:spChg chg="add del mod">
          <ac:chgData name="Edson Utazi" userId="bcb3a38a-3ad0-4389-89a4-f1f4b25807d3" providerId="ADAL" clId="{6E6BB287-36A5-4019-B86C-EECBD7B9E602}" dt="2026-10-09T10:04:48.140" v="12576" actId="478"/>
          <ac:spMkLst>
            <pc:docMk/>
            <pc:sldMk cId="2014505959" sldId="276"/>
            <ac:spMk id="5" creationId="{0EE552F2-1892-1684-D9F0-E5678B5FD3ED}"/>
          </ac:spMkLst>
        </pc:spChg>
        <pc:spChg chg="add mod">
          <ac:chgData name="Edson Utazi" userId="bcb3a38a-3ad0-4389-89a4-f1f4b25807d3" providerId="ADAL" clId="{6E6BB287-36A5-4019-B86C-EECBD7B9E602}" dt="2026-10-09T10:04:49.062" v="12577"/>
          <ac:spMkLst>
            <pc:docMk/>
            <pc:sldMk cId="2014505959" sldId="276"/>
            <ac:spMk id="6" creationId="{90962CEC-E1F3-75C1-32AC-5B40265E4720}"/>
          </ac:spMkLst>
        </pc:spChg>
      </pc:sldChg>
      <pc:sldChg chg="addSp modSp new mod">
        <pc:chgData name="Edson Utazi" userId="bcb3a38a-3ad0-4389-89a4-f1f4b25807d3" providerId="ADAL" clId="{6E6BB287-36A5-4019-B86C-EECBD7B9E602}" dt="2026-10-09T10:05:31.123" v="12586" actId="1076"/>
        <pc:sldMkLst>
          <pc:docMk/>
          <pc:sldMk cId="1852989436" sldId="277"/>
        </pc:sldMkLst>
        <pc:spChg chg="mod">
          <ac:chgData name="Edson Utazi" userId="bcb3a38a-3ad0-4389-89a4-f1f4b25807d3" providerId="ADAL" clId="{6E6BB287-36A5-4019-B86C-EECBD7B9E602}" dt="2026-10-09T10:05:23.142" v="12584" actId="207"/>
          <ac:spMkLst>
            <pc:docMk/>
            <pc:sldMk cId="1852989436" sldId="277"/>
            <ac:spMk id="2" creationId="{FC08DD95-24F0-AF68-7794-4A749F58739F}"/>
          </ac:spMkLst>
        </pc:spChg>
        <pc:spChg chg="mod">
          <ac:chgData name="Edson Utazi" userId="bcb3a38a-3ad0-4389-89a4-f1f4b25807d3" providerId="ADAL" clId="{6E6BB287-36A5-4019-B86C-EECBD7B9E602}" dt="2026-10-09T10:05:27.636" v="12585" actId="1076"/>
          <ac:spMkLst>
            <pc:docMk/>
            <pc:sldMk cId="1852989436" sldId="277"/>
            <ac:spMk id="3" creationId="{CF0E1D4A-4C96-892A-074E-8CA950017E16}"/>
          </ac:spMkLst>
        </pc:spChg>
        <pc:spChg chg="add mod">
          <ac:chgData name="Edson Utazi" userId="bcb3a38a-3ad0-4389-89a4-f1f4b25807d3" providerId="ADAL" clId="{6E6BB287-36A5-4019-B86C-EECBD7B9E602}" dt="2026-10-09T10:05:31.123" v="12586" actId="1076"/>
          <ac:spMkLst>
            <pc:docMk/>
            <pc:sldMk cId="1852989436" sldId="277"/>
            <ac:spMk id="4" creationId="{BE28185A-11F6-3675-187D-D2D7B6FEE4A4}"/>
          </ac:spMkLst>
        </pc:spChg>
      </pc:sldChg>
      <pc:sldChg chg="addSp delSp modSp new mod">
        <pc:chgData name="Edson Utazi" userId="bcb3a38a-3ad0-4389-89a4-f1f4b25807d3" providerId="ADAL" clId="{6E6BB287-36A5-4019-B86C-EECBD7B9E602}" dt="2026-10-09T10:06:41.646" v="12597" actId="1076"/>
        <pc:sldMkLst>
          <pc:docMk/>
          <pc:sldMk cId="923254603" sldId="278"/>
        </pc:sldMkLst>
        <pc:spChg chg="mod">
          <ac:chgData name="Edson Utazi" userId="bcb3a38a-3ad0-4389-89a4-f1f4b25807d3" providerId="ADAL" clId="{6E6BB287-36A5-4019-B86C-EECBD7B9E602}" dt="2026-10-09T10:06:41.646" v="12597" actId="1076"/>
          <ac:spMkLst>
            <pc:docMk/>
            <pc:sldMk cId="923254603" sldId="278"/>
            <ac:spMk id="3" creationId="{6AF4FE68-6909-8D59-409E-0DA1F0C0B372}"/>
          </ac:spMkLst>
        </pc:spChg>
        <pc:spChg chg="add del mod">
          <ac:chgData name="Edson Utazi" userId="bcb3a38a-3ad0-4389-89a4-f1f4b25807d3" providerId="ADAL" clId="{6E6BB287-36A5-4019-B86C-EECBD7B9E602}" dt="2026-10-09T10:06:32.847" v="12594" actId="478"/>
          <ac:spMkLst>
            <pc:docMk/>
            <pc:sldMk cId="923254603" sldId="278"/>
            <ac:spMk id="4" creationId="{11C4C306-AB65-AD18-381F-C88EE630CD5B}"/>
          </ac:spMkLst>
        </pc:spChg>
        <pc:spChg chg="add del mod">
          <ac:chgData name="Edson Utazi" userId="bcb3a38a-3ad0-4389-89a4-f1f4b25807d3" providerId="ADAL" clId="{6E6BB287-36A5-4019-B86C-EECBD7B9E602}" dt="2026-10-09T10:06:36.686" v="12595" actId="478"/>
          <ac:spMkLst>
            <pc:docMk/>
            <pc:sldMk cId="923254603" sldId="278"/>
            <ac:spMk id="5" creationId="{2F0B1BE4-A7D8-A63E-56F8-A02EB1D5E7CB}"/>
          </ac:spMkLst>
        </pc:spChg>
        <pc:spChg chg="add mod">
          <ac:chgData name="Edson Utazi" userId="bcb3a38a-3ad0-4389-89a4-f1f4b25807d3" providerId="ADAL" clId="{6E6BB287-36A5-4019-B86C-EECBD7B9E602}" dt="2026-10-09T10:06:37.586" v="12596"/>
          <ac:spMkLst>
            <pc:docMk/>
            <pc:sldMk cId="923254603" sldId="278"/>
            <ac:spMk id="6" creationId="{34CAA696-11D8-2309-197C-7EF2E4445A61}"/>
          </ac:spMkLst>
        </pc:spChg>
      </pc:sldChg>
      <pc:sldChg chg="addSp delSp modSp new mod">
        <pc:chgData name="Edson Utazi" userId="bcb3a38a-3ad0-4389-89a4-f1f4b25807d3" providerId="ADAL" clId="{6E6BB287-36A5-4019-B86C-EECBD7B9E602}" dt="2026-10-09T10:07:03.171" v="12603"/>
        <pc:sldMkLst>
          <pc:docMk/>
          <pc:sldMk cId="4046480793" sldId="279"/>
        </pc:sldMkLst>
        <pc:spChg chg="mod">
          <ac:chgData name="Edson Utazi" userId="bcb3a38a-3ad0-4389-89a4-f1f4b25807d3" providerId="ADAL" clId="{6E6BB287-36A5-4019-B86C-EECBD7B9E602}" dt="2026-09-23T18:50:46.804" v="8004" actId="20577"/>
          <ac:spMkLst>
            <pc:docMk/>
            <pc:sldMk cId="4046480793" sldId="279"/>
            <ac:spMk id="3" creationId="{D2B42D1A-1BA5-59EB-034F-DD3AFD881F11}"/>
          </ac:spMkLst>
        </pc:spChg>
        <pc:spChg chg="add del mod">
          <ac:chgData name="Edson Utazi" userId="bcb3a38a-3ad0-4389-89a4-f1f4b25807d3" providerId="ADAL" clId="{6E6BB287-36A5-4019-B86C-EECBD7B9E602}" dt="2026-10-09T10:07:00.118" v="12601" actId="478"/>
          <ac:spMkLst>
            <pc:docMk/>
            <pc:sldMk cId="4046480793" sldId="279"/>
            <ac:spMk id="4" creationId="{49BFD8A3-2DA5-6F75-F5FD-29145C4A7738}"/>
          </ac:spMkLst>
        </pc:spChg>
        <pc:spChg chg="add del mod">
          <ac:chgData name="Edson Utazi" userId="bcb3a38a-3ad0-4389-89a4-f1f4b25807d3" providerId="ADAL" clId="{6E6BB287-36A5-4019-B86C-EECBD7B9E602}" dt="2026-10-09T10:07:01.979" v="12602" actId="478"/>
          <ac:spMkLst>
            <pc:docMk/>
            <pc:sldMk cId="4046480793" sldId="279"/>
            <ac:spMk id="5" creationId="{2D8A39B8-5196-41A5-9BDD-1A9F7676E24F}"/>
          </ac:spMkLst>
        </pc:spChg>
        <pc:spChg chg="add mod">
          <ac:chgData name="Edson Utazi" userId="bcb3a38a-3ad0-4389-89a4-f1f4b25807d3" providerId="ADAL" clId="{6E6BB287-36A5-4019-B86C-EECBD7B9E602}" dt="2026-09-23T18:52:59.451" v="8148" actId="20577"/>
          <ac:spMkLst>
            <pc:docMk/>
            <pc:sldMk cId="4046480793" sldId="279"/>
            <ac:spMk id="7" creationId="{0BCE27D5-E8BC-4A71-B957-E0ED9E03E9E0}"/>
          </ac:spMkLst>
        </pc:spChg>
        <pc:spChg chg="add mod">
          <ac:chgData name="Edson Utazi" userId="bcb3a38a-3ad0-4389-89a4-f1f4b25807d3" providerId="ADAL" clId="{6E6BB287-36A5-4019-B86C-EECBD7B9E602}" dt="2026-10-09T10:07:03.171" v="12603"/>
          <ac:spMkLst>
            <pc:docMk/>
            <pc:sldMk cId="4046480793" sldId="279"/>
            <ac:spMk id="8" creationId="{D15C5497-5B9D-EA80-3066-62177D838E84}"/>
          </ac:spMkLst>
        </pc:spChg>
        <pc:cxnChg chg="add">
          <ac:chgData name="Edson Utazi" userId="bcb3a38a-3ad0-4389-89a4-f1f4b25807d3" providerId="ADAL" clId="{6E6BB287-36A5-4019-B86C-EECBD7B9E602}" dt="2026-09-23T18:51:31.292" v="8005" actId="11529"/>
          <ac:cxnSpMkLst>
            <pc:docMk/>
            <pc:sldMk cId="4046480793" sldId="279"/>
            <ac:cxnSpMk id="6" creationId="{65841A63-4C0B-0DDD-8FC7-62EF60CDEB5D}"/>
          </ac:cxnSpMkLst>
        </pc:cxnChg>
      </pc:sldChg>
      <pc:sldChg chg="addSp delSp modSp new mod">
        <pc:chgData name="Edson Utazi" userId="bcb3a38a-3ad0-4389-89a4-f1f4b25807d3" providerId="ADAL" clId="{6E6BB287-36A5-4019-B86C-EECBD7B9E602}" dt="2026-10-09T10:07:14.134" v="12606"/>
        <pc:sldMkLst>
          <pc:docMk/>
          <pc:sldMk cId="2507004687" sldId="280"/>
        </pc:sldMkLst>
        <pc:spChg chg="mod">
          <ac:chgData name="Edson Utazi" userId="bcb3a38a-3ad0-4389-89a4-f1f4b25807d3" providerId="ADAL" clId="{6E6BB287-36A5-4019-B86C-EECBD7B9E602}" dt="2026-09-23T18:57:21.556" v="8210" actId="20577"/>
          <ac:spMkLst>
            <pc:docMk/>
            <pc:sldMk cId="2507004687" sldId="280"/>
            <ac:spMk id="3" creationId="{035997F1-86CE-FB31-49B8-53644D0FE355}"/>
          </ac:spMkLst>
        </pc:spChg>
        <pc:spChg chg="add del mod">
          <ac:chgData name="Edson Utazi" userId="bcb3a38a-3ad0-4389-89a4-f1f4b25807d3" providerId="ADAL" clId="{6E6BB287-36A5-4019-B86C-EECBD7B9E602}" dt="2026-10-09T10:07:11.209" v="12604" actId="478"/>
          <ac:spMkLst>
            <pc:docMk/>
            <pc:sldMk cId="2507004687" sldId="280"/>
            <ac:spMk id="4" creationId="{EC19432C-A9C3-E641-C9FD-024A32510CC8}"/>
          </ac:spMkLst>
        </pc:spChg>
        <pc:spChg chg="add mod">
          <ac:chgData name="Edson Utazi" userId="bcb3a38a-3ad0-4389-89a4-f1f4b25807d3" providerId="ADAL" clId="{6E6BB287-36A5-4019-B86C-EECBD7B9E602}" dt="2026-09-23T19:02:46.491" v="8247" actId="1076"/>
          <ac:spMkLst>
            <pc:docMk/>
            <pc:sldMk cId="2507004687" sldId="280"/>
            <ac:spMk id="5" creationId="{4B31E8BE-12BA-6AF7-59FA-58D94E900035}"/>
          </ac:spMkLst>
        </pc:spChg>
        <pc:spChg chg="add del mod">
          <ac:chgData name="Edson Utazi" userId="bcb3a38a-3ad0-4389-89a4-f1f4b25807d3" providerId="ADAL" clId="{6E6BB287-36A5-4019-B86C-EECBD7B9E602}" dt="2026-10-09T10:07:12.715" v="12605" actId="478"/>
          <ac:spMkLst>
            <pc:docMk/>
            <pc:sldMk cId="2507004687" sldId="280"/>
            <ac:spMk id="6" creationId="{9FE75D9F-C9E4-7037-A7F7-8E7E05915B03}"/>
          </ac:spMkLst>
        </pc:spChg>
        <pc:spChg chg="add mod">
          <ac:chgData name="Edson Utazi" userId="bcb3a38a-3ad0-4389-89a4-f1f4b25807d3" providerId="ADAL" clId="{6E6BB287-36A5-4019-B86C-EECBD7B9E602}" dt="2026-10-09T10:07:14.134" v="12606"/>
          <ac:spMkLst>
            <pc:docMk/>
            <pc:sldMk cId="2507004687" sldId="280"/>
            <ac:spMk id="7" creationId="{73322965-643C-1CD3-0777-2258F561E84F}"/>
          </ac:spMkLst>
        </pc:spChg>
      </pc:sldChg>
      <pc:sldChg chg="addSp delSp modSp new mod">
        <pc:chgData name="Edson Utazi" userId="bcb3a38a-3ad0-4389-89a4-f1f4b25807d3" providerId="ADAL" clId="{6E6BB287-36A5-4019-B86C-EECBD7B9E602}" dt="2026-10-09T10:09:02.435" v="12624" actId="1076"/>
        <pc:sldMkLst>
          <pc:docMk/>
          <pc:sldMk cId="968215285" sldId="281"/>
        </pc:sldMkLst>
        <pc:spChg chg="mod">
          <ac:chgData name="Edson Utazi" userId="bcb3a38a-3ad0-4389-89a4-f1f4b25807d3" providerId="ADAL" clId="{6E6BB287-36A5-4019-B86C-EECBD7B9E602}" dt="2026-10-09T10:09:02.435" v="12624" actId="1076"/>
          <ac:spMkLst>
            <pc:docMk/>
            <pc:sldMk cId="968215285" sldId="281"/>
            <ac:spMk id="3" creationId="{ADC99583-6AEA-3F62-A984-FAE4A297A869}"/>
          </ac:spMkLst>
        </pc:spChg>
        <pc:spChg chg="add mod">
          <ac:chgData name="Edson Utazi" userId="bcb3a38a-3ad0-4389-89a4-f1f4b25807d3" providerId="ADAL" clId="{6E6BB287-36A5-4019-B86C-EECBD7B9E602}" dt="2026-10-09T10:08:59.227" v="12623" actId="14100"/>
          <ac:spMkLst>
            <pc:docMk/>
            <pc:sldMk cId="968215285" sldId="281"/>
            <ac:spMk id="4" creationId="{B5D36D2B-68C6-D8E0-58B2-553451644D66}"/>
          </ac:spMkLst>
        </pc:spChg>
      </pc:sldChg>
      <pc:sldChg chg="modSp new mod ord">
        <pc:chgData name="Edson Utazi" userId="bcb3a38a-3ad0-4389-89a4-f1f4b25807d3" providerId="ADAL" clId="{6E6BB287-36A5-4019-B86C-EECBD7B9E602}" dt="2026-10-09T10:15:14.804" v="13021" actId="1076"/>
        <pc:sldMkLst>
          <pc:docMk/>
          <pc:sldMk cId="3759277050" sldId="284"/>
        </pc:sldMkLst>
        <pc:spChg chg="mod">
          <ac:chgData name="Edson Utazi" userId="bcb3a38a-3ad0-4389-89a4-f1f4b25807d3" providerId="ADAL" clId="{6E6BB287-36A5-4019-B86C-EECBD7B9E602}" dt="2026-10-09T10:15:09.939" v="13020" actId="27636"/>
          <ac:spMkLst>
            <pc:docMk/>
            <pc:sldMk cId="3759277050" sldId="284"/>
            <ac:spMk id="2" creationId="{89587FB0-1184-8544-8892-F14E6A34584E}"/>
          </ac:spMkLst>
        </pc:spChg>
        <pc:spChg chg="mod">
          <ac:chgData name="Edson Utazi" userId="bcb3a38a-3ad0-4389-89a4-f1f4b25807d3" providerId="ADAL" clId="{6E6BB287-36A5-4019-B86C-EECBD7B9E602}" dt="2026-10-09T10:15:14.804" v="13021" actId="1076"/>
          <ac:spMkLst>
            <pc:docMk/>
            <pc:sldMk cId="3759277050" sldId="284"/>
            <ac:spMk id="3" creationId="{A608BB47-DE2D-0FD3-4677-382E9031330D}"/>
          </ac:spMkLst>
        </pc:spChg>
      </pc:sldChg>
      <pc:sldChg chg="addSp delSp modSp new mod">
        <pc:chgData name="Edson Utazi" userId="bcb3a38a-3ad0-4389-89a4-f1f4b25807d3" providerId="ADAL" clId="{6E6BB287-36A5-4019-B86C-EECBD7B9E602}" dt="2026-10-09T10:23:39.156" v="13138"/>
        <pc:sldMkLst>
          <pc:docMk/>
          <pc:sldMk cId="677063528" sldId="287"/>
        </pc:sldMkLst>
        <pc:spChg chg="mod">
          <ac:chgData name="Edson Utazi" userId="bcb3a38a-3ad0-4389-89a4-f1f4b25807d3" providerId="ADAL" clId="{6E6BB287-36A5-4019-B86C-EECBD7B9E602}" dt="2026-09-28T20:33:19.996" v="9953" actId="20577"/>
          <ac:spMkLst>
            <pc:docMk/>
            <pc:sldMk cId="677063528" sldId="287"/>
            <ac:spMk id="3" creationId="{6027DF11-86D2-87DB-92FF-09674CCF21AA}"/>
          </ac:spMkLst>
        </pc:spChg>
        <pc:spChg chg="add del mod">
          <ac:chgData name="Edson Utazi" userId="bcb3a38a-3ad0-4389-89a4-f1f4b25807d3" providerId="ADAL" clId="{6E6BB287-36A5-4019-B86C-EECBD7B9E602}" dt="2026-10-09T10:23:35.681" v="13136" actId="478"/>
          <ac:spMkLst>
            <pc:docMk/>
            <pc:sldMk cId="677063528" sldId="287"/>
            <ac:spMk id="4" creationId="{ECFEC135-7B07-C1B1-F359-D44C6AE8BDC5}"/>
          </ac:spMkLst>
        </pc:spChg>
        <pc:spChg chg="add del mod">
          <ac:chgData name="Edson Utazi" userId="bcb3a38a-3ad0-4389-89a4-f1f4b25807d3" providerId="ADAL" clId="{6E6BB287-36A5-4019-B86C-EECBD7B9E602}" dt="2026-10-09T10:23:37.875" v="13137" actId="478"/>
          <ac:spMkLst>
            <pc:docMk/>
            <pc:sldMk cId="677063528" sldId="287"/>
            <ac:spMk id="5" creationId="{0F0EFCE2-11A6-537E-243E-19AF1714F9C8}"/>
          </ac:spMkLst>
        </pc:spChg>
        <pc:spChg chg="add mod">
          <ac:chgData name="Edson Utazi" userId="bcb3a38a-3ad0-4389-89a4-f1f4b25807d3" providerId="ADAL" clId="{6E6BB287-36A5-4019-B86C-EECBD7B9E602}" dt="2026-10-09T10:23:39.156" v="13138"/>
          <ac:spMkLst>
            <pc:docMk/>
            <pc:sldMk cId="677063528" sldId="287"/>
            <ac:spMk id="6" creationId="{304B7896-2A52-14C7-AFF1-FC7062CB88E8}"/>
          </ac:spMkLst>
        </pc:spChg>
      </pc:sldChg>
      <pc:sldChg chg="modSp new mod">
        <pc:chgData name="Edson Utazi" userId="bcb3a38a-3ad0-4389-89a4-f1f4b25807d3" providerId="ADAL" clId="{6E6BB287-36A5-4019-B86C-EECBD7B9E602}" dt="2026-10-10T10:41:54.711" v="16529" actId="20577"/>
        <pc:sldMkLst>
          <pc:docMk/>
          <pc:sldMk cId="2386535405" sldId="288"/>
        </pc:sldMkLst>
        <pc:spChg chg="mod">
          <ac:chgData name="Edson Utazi" userId="bcb3a38a-3ad0-4389-89a4-f1f4b25807d3" providerId="ADAL" clId="{6E6BB287-36A5-4019-B86C-EECBD7B9E602}" dt="2026-10-09T10:25:19.713" v="13227" actId="2711"/>
          <ac:spMkLst>
            <pc:docMk/>
            <pc:sldMk cId="2386535405" sldId="288"/>
            <ac:spMk id="2" creationId="{F0229308-8534-6F63-812A-5153EA3AE8DE}"/>
          </ac:spMkLst>
        </pc:spChg>
        <pc:spChg chg="mod">
          <ac:chgData name="Edson Utazi" userId="bcb3a38a-3ad0-4389-89a4-f1f4b25807d3" providerId="ADAL" clId="{6E6BB287-36A5-4019-B86C-EECBD7B9E602}" dt="2026-10-10T10:41:54.711" v="16529" actId="20577"/>
          <ac:spMkLst>
            <pc:docMk/>
            <pc:sldMk cId="2386535405" sldId="288"/>
            <ac:spMk id="3" creationId="{513B6DA5-7C42-F859-4766-B924BC3449B2}"/>
          </ac:spMkLst>
        </pc:spChg>
      </pc:sldChg>
      <pc:sldChg chg="addSp delSp modSp new mod">
        <pc:chgData name="Edson Utazi" userId="bcb3a38a-3ad0-4389-89a4-f1f4b25807d3" providerId="ADAL" clId="{6E6BB287-36A5-4019-B86C-EECBD7B9E602}" dt="2026-10-09T10:10:14.652" v="12643" actId="255"/>
        <pc:sldMkLst>
          <pc:docMk/>
          <pc:sldMk cId="1969864714" sldId="289"/>
        </pc:sldMkLst>
        <pc:spChg chg="mod">
          <ac:chgData name="Edson Utazi" userId="bcb3a38a-3ad0-4389-89a4-f1f4b25807d3" providerId="ADAL" clId="{6E6BB287-36A5-4019-B86C-EECBD7B9E602}" dt="2026-10-09T10:10:14.652" v="12643" actId="255"/>
          <ac:spMkLst>
            <pc:docMk/>
            <pc:sldMk cId="1969864714" sldId="289"/>
            <ac:spMk id="2" creationId="{46C937D6-247E-AC9D-6D98-46C95EB000A5}"/>
          </ac:spMkLst>
        </pc:spChg>
        <pc:spChg chg="mod">
          <ac:chgData name="Edson Utazi" userId="bcb3a38a-3ad0-4389-89a4-f1f4b25807d3" providerId="ADAL" clId="{6E6BB287-36A5-4019-B86C-EECBD7B9E602}" dt="2026-09-29T13:30:29.132" v="12210" actId="1076"/>
          <ac:spMkLst>
            <pc:docMk/>
            <pc:sldMk cId="1969864714" sldId="289"/>
            <ac:spMk id="3" creationId="{6ABA9A66-A91B-6A43-8A31-07076D86CA09}"/>
          </ac:spMkLst>
        </pc:spChg>
        <pc:spChg chg="add mod">
          <ac:chgData name="Edson Utazi" userId="bcb3a38a-3ad0-4389-89a4-f1f4b25807d3" providerId="ADAL" clId="{6E6BB287-36A5-4019-B86C-EECBD7B9E602}" dt="2026-09-29T13:27:27.316" v="12051" actId="1076"/>
          <ac:spMkLst>
            <pc:docMk/>
            <pc:sldMk cId="1969864714" sldId="289"/>
            <ac:spMk id="7" creationId="{43DD2150-3CFC-A308-911A-D73CE7FA5F99}"/>
          </ac:spMkLst>
        </pc:spChg>
        <pc:spChg chg="add mod">
          <ac:chgData name="Edson Utazi" userId="bcb3a38a-3ad0-4389-89a4-f1f4b25807d3" providerId="ADAL" clId="{6E6BB287-36A5-4019-B86C-EECBD7B9E602}" dt="2026-09-29T13:27:50.445" v="12087" actId="1076"/>
          <ac:spMkLst>
            <pc:docMk/>
            <pc:sldMk cId="1969864714" sldId="289"/>
            <ac:spMk id="12" creationId="{17334EB9-063D-2A40-22FF-00AC9AEF460F}"/>
          </ac:spMkLst>
        </pc:spChg>
        <pc:cxnChg chg="add mod">
          <ac:chgData name="Edson Utazi" userId="bcb3a38a-3ad0-4389-89a4-f1f4b25807d3" providerId="ADAL" clId="{6E6BB287-36A5-4019-B86C-EECBD7B9E602}" dt="2026-09-29T13:27:25.020" v="12050" actId="14100"/>
          <ac:cxnSpMkLst>
            <pc:docMk/>
            <pc:sldMk cId="1969864714" sldId="289"/>
            <ac:cxnSpMk id="5" creationId="{CB70ED99-426F-689A-2078-F8D17D1847D3}"/>
          </ac:cxnSpMkLst>
        </pc:cxnChg>
        <pc:cxnChg chg="add mod">
          <ac:chgData name="Edson Utazi" userId="bcb3a38a-3ad0-4389-89a4-f1f4b25807d3" providerId="ADAL" clId="{6E6BB287-36A5-4019-B86C-EECBD7B9E602}" dt="2026-09-29T13:27:17.258" v="12049" actId="14100"/>
          <ac:cxnSpMkLst>
            <pc:docMk/>
            <pc:sldMk cId="1969864714" sldId="289"/>
            <ac:cxnSpMk id="8" creationId="{0DE8DFC2-2427-5F7D-2BFD-3A6A6D8C67A0}"/>
          </ac:cxnSpMkLst>
        </pc:cxnChg>
      </pc:sldChg>
      <pc:sldChg chg="addSp delSp modSp new mod">
        <pc:chgData name="Edson Utazi" userId="bcb3a38a-3ad0-4389-89a4-f1f4b25807d3" providerId="ADAL" clId="{6E6BB287-36A5-4019-B86C-EECBD7B9E602}" dt="2026-10-09T10:23:13.478" v="13132"/>
        <pc:sldMkLst>
          <pc:docMk/>
          <pc:sldMk cId="1402185310" sldId="290"/>
        </pc:sldMkLst>
        <pc:spChg chg="del mod">
          <ac:chgData name="Edson Utazi" userId="bcb3a38a-3ad0-4389-89a4-f1f4b25807d3" providerId="ADAL" clId="{6E6BB287-36A5-4019-B86C-EECBD7B9E602}" dt="2026-10-09T10:23:09.722" v="13130" actId="478"/>
          <ac:spMkLst>
            <pc:docMk/>
            <pc:sldMk cId="1402185310" sldId="290"/>
            <ac:spMk id="2" creationId="{70653DA0-7033-C805-A618-A56168265B18}"/>
          </ac:spMkLst>
        </pc:spChg>
        <pc:spChg chg="mod">
          <ac:chgData name="Edson Utazi" userId="bcb3a38a-3ad0-4389-89a4-f1f4b25807d3" providerId="ADAL" clId="{6E6BB287-36A5-4019-B86C-EECBD7B9E602}" dt="2026-09-28T20:55:13.364" v="10594" actId="20577"/>
          <ac:spMkLst>
            <pc:docMk/>
            <pc:sldMk cId="1402185310" sldId="290"/>
            <ac:spMk id="3" creationId="{AA40D2A0-CE75-21FB-58A7-BD6E90D1929E}"/>
          </ac:spMkLst>
        </pc:spChg>
        <pc:spChg chg="add del mod">
          <ac:chgData name="Edson Utazi" userId="bcb3a38a-3ad0-4389-89a4-f1f4b25807d3" providerId="ADAL" clId="{6E6BB287-36A5-4019-B86C-EECBD7B9E602}" dt="2026-10-09T10:23:12.486" v="13131" actId="478"/>
          <ac:spMkLst>
            <pc:docMk/>
            <pc:sldMk cId="1402185310" sldId="290"/>
            <ac:spMk id="5" creationId="{5F91D4FC-9B93-3629-50FC-E55238F9FC2A}"/>
          </ac:spMkLst>
        </pc:spChg>
        <pc:spChg chg="add mod">
          <ac:chgData name="Edson Utazi" userId="bcb3a38a-3ad0-4389-89a4-f1f4b25807d3" providerId="ADAL" clId="{6E6BB287-36A5-4019-B86C-EECBD7B9E602}" dt="2026-10-09T10:23:13.478" v="13132"/>
          <ac:spMkLst>
            <pc:docMk/>
            <pc:sldMk cId="1402185310" sldId="290"/>
            <ac:spMk id="6" creationId="{6DA0134A-FF16-4FF1-720C-2DFF37FFB8B3}"/>
          </ac:spMkLst>
        </pc:spChg>
      </pc:sldChg>
      <pc:sldChg chg="addSp delSp modSp new mod">
        <pc:chgData name="Edson Utazi" userId="bcb3a38a-3ad0-4389-89a4-f1f4b25807d3" providerId="ADAL" clId="{6E6BB287-36A5-4019-B86C-EECBD7B9E602}" dt="2026-10-09T10:09:18.055" v="12628" actId="1076"/>
        <pc:sldMkLst>
          <pc:docMk/>
          <pc:sldMk cId="3607257113" sldId="291"/>
        </pc:sldMkLst>
        <pc:spChg chg="mod">
          <ac:chgData name="Edson Utazi" userId="bcb3a38a-3ad0-4389-89a4-f1f4b25807d3" providerId="ADAL" clId="{6E6BB287-36A5-4019-B86C-EECBD7B9E602}" dt="2026-10-09T10:09:18.055" v="12628" actId="1076"/>
          <ac:spMkLst>
            <pc:docMk/>
            <pc:sldMk cId="3607257113" sldId="291"/>
            <ac:spMk id="3" creationId="{481597CA-0A67-33EA-4A75-49D501D0985A}"/>
          </ac:spMkLst>
        </pc:spChg>
        <pc:spChg chg="add del mod">
          <ac:chgData name="Edson Utazi" userId="bcb3a38a-3ad0-4389-89a4-f1f4b25807d3" providerId="ADAL" clId="{6E6BB287-36A5-4019-B86C-EECBD7B9E602}" dt="2026-10-09T10:09:11.591" v="12625" actId="478"/>
          <ac:spMkLst>
            <pc:docMk/>
            <pc:sldMk cId="3607257113" sldId="291"/>
            <ac:spMk id="4" creationId="{E7575A93-43D0-950E-6978-6AFA984BCB0E}"/>
          </ac:spMkLst>
        </pc:spChg>
        <pc:spChg chg="add del mod">
          <ac:chgData name="Edson Utazi" userId="bcb3a38a-3ad0-4389-89a4-f1f4b25807d3" providerId="ADAL" clId="{6E6BB287-36A5-4019-B86C-EECBD7B9E602}" dt="2026-10-09T10:09:13.033" v="12626" actId="478"/>
          <ac:spMkLst>
            <pc:docMk/>
            <pc:sldMk cId="3607257113" sldId="291"/>
            <ac:spMk id="5" creationId="{10BEC77E-2303-E548-674A-158F0452D7FD}"/>
          </ac:spMkLst>
        </pc:spChg>
        <pc:spChg chg="add mod">
          <ac:chgData name="Edson Utazi" userId="bcb3a38a-3ad0-4389-89a4-f1f4b25807d3" providerId="ADAL" clId="{6E6BB287-36A5-4019-B86C-EECBD7B9E602}" dt="2026-10-09T10:09:14.507" v="12627"/>
          <ac:spMkLst>
            <pc:docMk/>
            <pc:sldMk cId="3607257113" sldId="291"/>
            <ac:spMk id="6" creationId="{6590DE17-95DB-027F-5B23-DBD4C8334F8E}"/>
          </ac:spMkLst>
        </pc:spChg>
      </pc:sldChg>
      <pc:sldChg chg="modSp new mod">
        <pc:chgData name="Edson Utazi" userId="bcb3a38a-3ad0-4389-89a4-f1f4b25807d3" providerId="ADAL" clId="{6E6BB287-36A5-4019-B86C-EECBD7B9E602}" dt="2026-10-09T10:08:32.980" v="12614" actId="1076"/>
        <pc:sldMkLst>
          <pc:docMk/>
          <pc:sldMk cId="1329473633" sldId="292"/>
        </pc:sldMkLst>
        <pc:spChg chg="mod">
          <ac:chgData name="Edson Utazi" userId="bcb3a38a-3ad0-4389-89a4-f1f4b25807d3" providerId="ADAL" clId="{6E6BB287-36A5-4019-B86C-EECBD7B9E602}" dt="2026-10-09T10:08:02.660" v="12613" actId="1076"/>
          <ac:spMkLst>
            <pc:docMk/>
            <pc:sldMk cId="1329473633" sldId="292"/>
            <ac:spMk id="2" creationId="{76DCFCA7-193B-CC12-A426-07502FE80A52}"/>
          </ac:spMkLst>
        </pc:spChg>
        <pc:spChg chg="mod">
          <ac:chgData name="Edson Utazi" userId="bcb3a38a-3ad0-4389-89a4-f1f4b25807d3" providerId="ADAL" clId="{6E6BB287-36A5-4019-B86C-EECBD7B9E602}" dt="2026-10-09T10:08:32.980" v="12614" actId="1076"/>
          <ac:spMkLst>
            <pc:docMk/>
            <pc:sldMk cId="1329473633" sldId="292"/>
            <ac:spMk id="3" creationId="{BFFB6D8B-4C55-358C-9A75-160F6909CB1D}"/>
          </ac:spMkLst>
        </pc:spChg>
      </pc:sldChg>
      <pc:sldChg chg="modSp new mod">
        <pc:chgData name="Edson Utazi" userId="bcb3a38a-3ad0-4389-89a4-f1f4b25807d3" providerId="ADAL" clId="{6E6BB287-36A5-4019-B86C-EECBD7B9E602}" dt="2026-10-09T10:12:23.668" v="12842" actId="20577"/>
        <pc:sldMkLst>
          <pc:docMk/>
          <pc:sldMk cId="1683634670" sldId="293"/>
        </pc:sldMkLst>
        <pc:spChg chg="mod">
          <ac:chgData name="Edson Utazi" userId="bcb3a38a-3ad0-4389-89a4-f1f4b25807d3" providerId="ADAL" clId="{6E6BB287-36A5-4019-B86C-EECBD7B9E602}" dt="2026-10-09T10:10:57.469" v="12649" actId="2711"/>
          <ac:spMkLst>
            <pc:docMk/>
            <pc:sldMk cId="1683634670" sldId="293"/>
            <ac:spMk id="2" creationId="{1C2139BA-436F-21B0-5B9D-527E12323FFA}"/>
          </ac:spMkLst>
        </pc:spChg>
        <pc:spChg chg="mod">
          <ac:chgData name="Edson Utazi" userId="bcb3a38a-3ad0-4389-89a4-f1f4b25807d3" providerId="ADAL" clId="{6E6BB287-36A5-4019-B86C-EECBD7B9E602}" dt="2026-10-09T10:12:23.668" v="12842" actId="20577"/>
          <ac:spMkLst>
            <pc:docMk/>
            <pc:sldMk cId="1683634670" sldId="293"/>
            <ac:spMk id="3" creationId="{4FCB5CB5-69D2-B351-92F0-2A5E59A7D600}"/>
          </ac:spMkLst>
        </pc:spChg>
      </pc:sldChg>
      <pc:sldChg chg="addSp delSp modSp new mod">
        <pc:chgData name="Edson Utazi" userId="bcb3a38a-3ad0-4389-89a4-f1f4b25807d3" providerId="ADAL" clId="{6E6BB287-36A5-4019-B86C-EECBD7B9E602}" dt="2026-10-09T10:14:41.741" v="13011" actId="1076"/>
        <pc:sldMkLst>
          <pc:docMk/>
          <pc:sldMk cId="1641999187" sldId="294"/>
        </pc:sldMkLst>
        <pc:spChg chg="add del mod">
          <ac:chgData name="Edson Utazi" userId="bcb3a38a-3ad0-4389-89a4-f1f4b25807d3" providerId="ADAL" clId="{6E6BB287-36A5-4019-B86C-EECBD7B9E602}" dt="2026-10-09T10:13:39.195" v="12844" actId="478"/>
          <ac:spMkLst>
            <pc:docMk/>
            <pc:sldMk cId="1641999187" sldId="294"/>
            <ac:spMk id="3" creationId="{1D7EEFAF-C01F-DBF7-2497-A7F85689A7B8}"/>
          </ac:spMkLst>
        </pc:spChg>
        <pc:spChg chg="add del mod">
          <ac:chgData name="Edson Utazi" userId="bcb3a38a-3ad0-4389-89a4-f1f4b25807d3" providerId="ADAL" clId="{6E6BB287-36A5-4019-B86C-EECBD7B9E602}" dt="2026-10-09T10:13:37.698" v="12843" actId="478"/>
          <ac:spMkLst>
            <pc:docMk/>
            <pc:sldMk cId="1641999187" sldId="294"/>
            <ac:spMk id="4" creationId="{2497789F-5392-0680-FA54-0A7E132A7B22}"/>
          </ac:spMkLst>
        </pc:spChg>
        <pc:spChg chg="add mod">
          <ac:chgData name="Edson Utazi" userId="bcb3a38a-3ad0-4389-89a4-f1f4b25807d3" providerId="ADAL" clId="{6E6BB287-36A5-4019-B86C-EECBD7B9E602}" dt="2026-10-09T10:13:40.380" v="12845"/>
          <ac:spMkLst>
            <pc:docMk/>
            <pc:sldMk cId="1641999187" sldId="294"/>
            <ac:spMk id="5" creationId="{B4AFE132-EFE3-2FB4-E7DF-29CE9C2A5A0A}"/>
          </ac:spMkLst>
        </pc:spChg>
        <pc:spChg chg="add mod">
          <ac:chgData name="Edson Utazi" userId="bcb3a38a-3ad0-4389-89a4-f1f4b25807d3" providerId="ADAL" clId="{6E6BB287-36A5-4019-B86C-EECBD7B9E602}" dt="2026-10-09T10:14:37.687" v="13010" actId="255"/>
          <ac:spMkLst>
            <pc:docMk/>
            <pc:sldMk cId="1641999187" sldId="294"/>
            <ac:spMk id="6" creationId="{2B70C349-1F06-EFD2-1B3F-3448D596CFF7}"/>
          </ac:spMkLst>
        </pc:spChg>
        <pc:picChg chg="add mod">
          <ac:chgData name="Edson Utazi" userId="bcb3a38a-3ad0-4389-89a4-f1f4b25807d3" providerId="ADAL" clId="{6E6BB287-36A5-4019-B86C-EECBD7B9E602}" dt="2026-10-09T10:14:41.741" v="13011" actId="1076"/>
          <ac:picMkLst>
            <pc:docMk/>
            <pc:sldMk cId="1641999187" sldId="294"/>
            <ac:picMk id="14" creationId="{27003C50-7872-A646-D66C-5BD9822CDF1F}"/>
          </ac:picMkLst>
        </pc:picChg>
      </pc:sldChg>
      <pc:sldChg chg="addSp delSp modSp new mod">
        <pc:chgData name="Edson Utazi" userId="bcb3a38a-3ad0-4389-89a4-f1f4b25807d3" providerId="ADAL" clId="{6E6BB287-36A5-4019-B86C-EECBD7B9E602}" dt="2026-10-09T10:09:32.788" v="12632" actId="1076"/>
        <pc:sldMkLst>
          <pc:docMk/>
          <pc:sldMk cId="3012202340" sldId="295"/>
        </pc:sldMkLst>
        <pc:spChg chg="mod">
          <ac:chgData name="Edson Utazi" userId="bcb3a38a-3ad0-4389-89a4-f1f4b25807d3" providerId="ADAL" clId="{6E6BB287-36A5-4019-B86C-EECBD7B9E602}" dt="2026-10-09T10:09:32.788" v="12632" actId="1076"/>
          <ac:spMkLst>
            <pc:docMk/>
            <pc:sldMk cId="3012202340" sldId="295"/>
            <ac:spMk id="3" creationId="{05C0E027-E6E2-A3F6-9890-0993B03848B7}"/>
          </ac:spMkLst>
        </pc:spChg>
        <pc:spChg chg="add del mod">
          <ac:chgData name="Edson Utazi" userId="bcb3a38a-3ad0-4389-89a4-f1f4b25807d3" providerId="ADAL" clId="{6E6BB287-36A5-4019-B86C-EECBD7B9E602}" dt="2026-10-09T10:09:22.821" v="12629" actId="478"/>
          <ac:spMkLst>
            <pc:docMk/>
            <pc:sldMk cId="3012202340" sldId="295"/>
            <ac:spMk id="4" creationId="{DDADCFC3-516C-52D5-9FCC-9F12001C39B3}"/>
          </ac:spMkLst>
        </pc:spChg>
        <pc:spChg chg="add del mod">
          <ac:chgData name="Edson Utazi" userId="bcb3a38a-3ad0-4389-89a4-f1f4b25807d3" providerId="ADAL" clId="{6E6BB287-36A5-4019-B86C-EECBD7B9E602}" dt="2026-10-09T10:09:24.454" v="12630" actId="478"/>
          <ac:spMkLst>
            <pc:docMk/>
            <pc:sldMk cId="3012202340" sldId="295"/>
            <ac:spMk id="5" creationId="{55B7152F-8B62-CCE6-1E2B-BAE0A5BE6E05}"/>
          </ac:spMkLst>
        </pc:spChg>
        <pc:spChg chg="add mod">
          <ac:chgData name="Edson Utazi" userId="bcb3a38a-3ad0-4389-89a4-f1f4b25807d3" providerId="ADAL" clId="{6E6BB287-36A5-4019-B86C-EECBD7B9E602}" dt="2026-10-09T10:09:25.646" v="12631"/>
          <ac:spMkLst>
            <pc:docMk/>
            <pc:sldMk cId="3012202340" sldId="295"/>
            <ac:spMk id="7" creationId="{093C8479-902D-11BB-183F-0CD51B111C2E}"/>
          </ac:spMkLst>
        </pc:spChg>
        <pc:spChg chg="add mod">
          <ac:chgData name="Edson Utazi" userId="bcb3a38a-3ad0-4389-89a4-f1f4b25807d3" providerId="ADAL" clId="{6E6BB287-36A5-4019-B86C-EECBD7B9E602}" dt="2026-09-29T10:23:14.941" v="11498" actId="1076"/>
          <ac:spMkLst>
            <pc:docMk/>
            <pc:sldMk cId="3012202340" sldId="295"/>
            <ac:spMk id="14" creationId="{AACC5525-5C12-A5E3-150D-43C581663165}"/>
          </ac:spMkLst>
        </pc:spChg>
        <pc:spChg chg="add mod">
          <ac:chgData name="Edson Utazi" userId="bcb3a38a-3ad0-4389-89a4-f1f4b25807d3" providerId="ADAL" clId="{6E6BB287-36A5-4019-B86C-EECBD7B9E602}" dt="2026-09-29T10:23:14.941" v="11498" actId="1076"/>
          <ac:spMkLst>
            <pc:docMk/>
            <pc:sldMk cId="3012202340" sldId="295"/>
            <ac:spMk id="16" creationId="{72FD5A4D-F97E-CC28-8B24-952D33E3A86D}"/>
          </ac:spMkLst>
        </pc:spChg>
        <pc:picChg chg="add mod">
          <ac:chgData name="Edson Utazi" userId="bcb3a38a-3ad0-4389-89a4-f1f4b25807d3" providerId="ADAL" clId="{6E6BB287-36A5-4019-B86C-EECBD7B9E602}" dt="2026-09-29T10:23:18.322" v="11501" actId="1076"/>
          <ac:picMkLst>
            <pc:docMk/>
            <pc:sldMk cId="3012202340" sldId="295"/>
            <ac:picMk id="6" creationId="{01451CE8-495F-05CB-8A7D-BDD4220548E4}"/>
          </ac:picMkLst>
        </pc:picChg>
        <pc:picChg chg="add mod">
          <ac:chgData name="Edson Utazi" userId="bcb3a38a-3ad0-4389-89a4-f1f4b25807d3" providerId="ADAL" clId="{6E6BB287-36A5-4019-B86C-EECBD7B9E602}" dt="2026-09-29T10:23:22.874" v="11503" actId="1076"/>
          <ac:picMkLst>
            <pc:docMk/>
            <pc:sldMk cId="3012202340" sldId="295"/>
            <ac:picMk id="8" creationId="{2A9D566D-B6EC-6147-A319-DEB15059A2CC}"/>
          </ac:picMkLst>
        </pc:picChg>
      </pc:sldChg>
      <pc:sldChg chg="addSp delSp modSp new mod">
        <pc:chgData name="Edson Utazi" userId="bcb3a38a-3ad0-4389-89a4-f1f4b25807d3" providerId="ADAL" clId="{6E6BB287-36A5-4019-B86C-EECBD7B9E602}" dt="2026-10-09T10:09:46.569" v="12635"/>
        <pc:sldMkLst>
          <pc:docMk/>
          <pc:sldMk cId="800933506" sldId="296"/>
        </pc:sldMkLst>
        <pc:spChg chg="add del mod">
          <ac:chgData name="Edson Utazi" userId="bcb3a38a-3ad0-4389-89a4-f1f4b25807d3" providerId="ADAL" clId="{6E6BB287-36A5-4019-B86C-EECBD7B9E602}" dt="2026-10-09T10:09:45.262" v="12634" actId="478"/>
          <ac:spMkLst>
            <pc:docMk/>
            <pc:sldMk cId="800933506" sldId="296"/>
            <ac:spMk id="3" creationId="{E88EF8C8-532B-373C-31EB-496BD3F5FCA9}"/>
          </ac:spMkLst>
        </pc:spChg>
        <pc:spChg chg="add del mod">
          <ac:chgData name="Edson Utazi" userId="bcb3a38a-3ad0-4389-89a4-f1f4b25807d3" providerId="ADAL" clId="{6E6BB287-36A5-4019-B86C-EECBD7B9E602}" dt="2026-10-09T10:09:44.411" v="12633" actId="478"/>
          <ac:spMkLst>
            <pc:docMk/>
            <pc:sldMk cId="800933506" sldId="296"/>
            <ac:spMk id="4" creationId="{FD90E883-803C-EA46-6A46-6FA196B3A286}"/>
          </ac:spMkLst>
        </pc:spChg>
        <pc:spChg chg="add mod">
          <ac:chgData name="Edson Utazi" userId="bcb3a38a-3ad0-4389-89a4-f1f4b25807d3" providerId="ADAL" clId="{6E6BB287-36A5-4019-B86C-EECBD7B9E602}" dt="2026-10-09T10:09:46.569" v="12635"/>
          <ac:spMkLst>
            <pc:docMk/>
            <pc:sldMk cId="800933506" sldId="296"/>
            <ac:spMk id="5" creationId="{513C24EA-6EC7-07EA-9907-74045FAC42FC}"/>
          </ac:spMkLst>
        </pc:spChg>
        <pc:spChg chg="add mod">
          <ac:chgData name="Edson Utazi" userId="bcb3a38a-3ad0-4389-89a4-f1f4b25807d3" providerId="ADAL" clId="{6E6BB287-36A5-4019-B86C-EECBD7B9E602}" dt="2026-09-29T10:24:47.279" v="11545" actId="14100"/>
          <ac:spMkLst>
            <pc:docMk/>
            <pc:sldMk cId="800933506" sldId="296"/>
            <ac:spMk id="10" creationId="{D12A09DB-73C9-13F9-DABD-65D230BE7669}"/>
          </ac:spMkLst>
        </pc:spChg>
        <pc:spChg chg="add mod">
          <ac:chgData name="Edson Utazi" userId="bcb3a38a-3ad0-4389-89a4-f1f4b25807d3" providerId="ADAL" clId="{6E6BB287-36A5-4019-B86C-EECBD7B9E602}" dt="2026-09-29T10:24:41.045" v="11543" actId="14100"/>
          <ac:spMkLst>
            <pc:docMk/>
            <pc:sldMk cId="800933506" sldId="296"/>
            <ac:spMk id="12" creationId="{5DDE9FBD-BA99-17FD-EA78-F1D15F77385B}"/>
          </ac:spMkLst>
        </pc:spChg>
        <pc:spChg chg="add mod">
          <ac:chgData name="Edson Utazi" userId="bcb3a38a-3ad0-4389-89a4-f1f4b25807d3" providerId="ADAL" clId="{6E6BB287-36A5-4019-B86C-EECBD7B9E602}" dt="2026-09-29T10:24:26.876" v="11542" actId="1076"/>
          <ac:spMkLst>
            <pc:docMk/>
            <pc:sldMk cId="800933506" sldId="296"/>
            <ac:spMk id="14" creationId="{95D36A80-05BD-7E03-71C2-CF66752485E7}"/>
          </ac:spMkLst>
        </pc:spChg>
        <pc:spChg chg="add mod">
          <ac:chgData name="Edson Utazi" userId="bcb3a38a-3ad0-4389-89a4-f1f4b25807d3" providerId="ADAL" clId="{6E6BB287-36A5-4019-B86C-EECBD7B9E602}" dt="2026-09-29T10:24:10.686" v="11509" actId="2711"/>
          <ac:spMkLst>
            <pc:docMk/>
            <pc:sldMk cId="800933506" sldId="296"/>
            <ac:spMk id="16" creationId="{B5DA6D2A-9F47-99AE-617B-B4B3152E8EB1}"/>
          </ac:spMkLst>
        </pc:spChg>
        <pc:picChg chg="add mod">
          <ac:chgData name="Edson Utazi" userId="bcb3a38a-3ad0-4389-89a4-f1f4b25807d3" providerId="ADAL" clId="{6E6BB287-36A5-4019-B86C-EECBD7B9E602}" dt="2026-09-29T10:24:21.793" v="11541" actId="1037"/>
          <ac:picMkLst>
            <pc:docMk/>
            <pc:sldMk cId="800933506" sldId="296"/>
            <ac:picMk id="6" creationId="{0B63B468-88F9-227A-BAB9-8389F0DC6D7D}"/>
          </ac:picMkLst>
        </pc:picChg>
        <pc:picChg chg="add mod">
          <ac:chgData name="Edson Utazi" userId="bcb3a38a-3ad0-4389-89a4-f1f4b25807d3" providerId="ADAL" clId="{6E6BB287-36A5-4019-B86C-EECBD7B9E602}" dt="2026-09-29T10:24:21.793" v="11541" actId="1037"/>
          <ac:picMkLst>
            <pc:docMk/>
            <pc:sldMk cId="800933506" sldId="296"/>
            <ac:picMk id="8" creationId="{E9B7AFBB-9E69-EAFE-9CA3-EE3BAD39BA1B}"/>
          </ac:picMkLst>
        </pc:picChg>
      </pc:sldChg>
      <pc:sldChg chg="addSp delSp modSp new mod">
        <pc:chgData name="Edson Utazi" userId="bcb3a38a-3ad0-4389-89a4-f1f4b25807d3" providerId="ADAL" clId="{6E6BB287-36A5-4019-B86C-EECBD7B9E602}" dt="2026-10-10T10:42:04.649" v="16530" actId="5793"/>
        <pc:sldMkLst>
          <pc:docMk/>
          <pc:sldMk cId="1574654367" sldId="297"/>
        </pc:sldMkLst>
        <pc:spChg chg="del mod">
          <ac:chgData name="Edson Utazi" userId="bcb3a38a-3ad0-4389-89a4-f1f4b25807d3" providerId="ADAL" clId="{6E6BB287-36A5-4019-B86C-EECBD7B9E602}" dt="2026-10-09T10:25:35.361" v="13258" actId="478"/>
          <ac:spMkLst>
            <pc:docMk/>
            <pc:sldMk cId="1574654367" sldId="297"/>
            <ac:spMk id="2" creationId="{7EF797C9-0D40-8055-E499-97AE1D466913}"/>
          </ac:spMkLst>
        </pc:spChg>
        <pc:spChg chg="mod">
          <ac:chgData name="Edson Utazi" userId="bcb3a38a-3ad0-4389-89a4-f1f4b25807d3" providerId="ADAL" clId="{6E6BB287-36A5-4019-B86C-EECBD7B9E602}" dt="2026-10-10T10:42:04.649" v="16530" actId="5793"/>
          <ac:spMkLst>
            <pc:docMk/>
            <pc:sldMk cId="1574654367" sldId="297"/>
            <ac:spMk id="3" creationId="{953B7C81-D8BB-EC9F-3363-2E45BC49DE3F}"/>
          </ac:spMkLst>
        </pc:spChg>
        <pc:spChg chg="add del mod">
          <ac:chgData name="Edson Utazi" userId="bcb3a38a-3ad0-4389-89a4-f1f4b25807d3" providerId="ADAL" clId="{6E6BB287-36A5-4019-B86C-EECBD7B9E602}" dt="2026-10-09T10:25:36.629" v="13259" actId="478"/>
          <ac:spMkLst>
            <pc:docMk/>
            <pc:sldMk cId="1574654367" sldId="297"/>
            <ac:spMk id="5" creationId="{7460876C-1400-A2AD-9585-D9EC90DEFA30}"/>
          </ac:spMkLst>
        </pc:spChg>
        <pc:spChg chg="add mod">
          <ac:chgData name="Edson Utazi" userId="bcb3a38a-3ad0-4389-89a4-f1f4b25807d3" providerId="ADAL" clId="{6E6BB287-36A5-4019-B86C-EECBD7B9E602}" dt="2026-10-09T10:25:40.328" v="13262" actId="20577"/>
          <ac:spMkLst>
            <pc:docMk/>
            <pc:sldMk cId="1574654367" sldId="297"/>
            <ac:spMk id="6" creationId="{465034D8-044C-0B71-96B9-8693BF5B50CE}"/>
          </ac:spMkLst>
        </pc:spChg>
      </pc:sldChg>
      <pc:sldChg chg="addSp delSp modSp add mod ord">
        <pc:chgData name="Edson Utazi" userId="bcb3a38a-3ad0-4389-89a4-f1f4b25807d3" providerId="ADAL" clId="{6E6BB287-36A5-4019-B86C-EECBD7B9E602}" dt="2026-10-09T09:17:29.942" v="12474"/>
        <pc:sldMkLst>
          <pc:docMk/>
          <pc:sldMk cId="587861640" sldId="321"/>
        </pc:sldMkLst>
        <pc:spChg chg="add del mod">
          <ac:chgData name="Edson Utazi" userId="bcb3a38a-3ad0-4389-89a4-f1f4b25807d3" providerId="ADAL" clId="{6E6BB287-36A5-4019-B86C-EECBD7B9E602}" dt="2026-10-09T09:17:27.008" v="12472"/>
          <ac:spMkLst>
            <pc:docMk/>
            <pc:sldMk cId="587861640" sldId="321"/>
            <ac:spMk id="2" creationId="{47F0B704-5FD4-3797-6295-5C137981F11A}"/>
          </ac:spMkLst>
        </pc:spChg>
        <pc:spChg chg="add mod">
          <ac:chgData name="Edson Utazi" userId="bcb3a38a-3ad0-4389-89a4-f1f4b25807d3" providerId="ADAL" clId="{6E6BB287-36A5-4019-B86C-EECBD7B9E602}" dt="2026-10-09T09:17:22.727" v="12470" actId="1035"/>
          <ac:spMkLst>
            <pc:docMk/>
            <pc:sldMk cId="587861640" sldId="321"/>
            <ac:spMk id="4" creationId="{9E7B2A5B-734E-5C90-D884-F5E9B3460550}"/>
          </ac:spMkLst>
        </pc:spChg>
        <pc:spChg chg="mod">
          <ac:chgData name="Edson Utazi" userId="bcb3a38a-3ad0-4389-89a4-f1f4b25807d3" providerId="ADAL" clId="{6E6BB287-36A5-4019-B86C-EECBD7B9E602}" dt="2026-10-09T09:17:14.597" v="12463" actId="1036"/>
          <ac:spMkLst>
            <pc:docMk/>
            <pc:sldMk cId="587861640" sldId="321"/>
            <ac:spMk id="6" creationId="{1F3066EF-B601-07B4-2C33-E66B9D7F3537}"/>
          </ac:spMkLst>
        </pc:spChg>
        <pc:spChg chg="mod">
          <ac:chgData name="Edson Utazi" userId="bcb3a38a-3ad0-4389-89a4-f1f4b25807d3" providerId="ADAL" clId="{6E6BB287-36A5-4019-B86C-EECBD7B9E602}" dt="2026-10-09T09:15:09.032" v="12335" actId="20577"/>
          <ac:spMkLst>
            <pc:docMk/>
            <pc:sldMk cId="587861640" sldId="321"/>
            <ac:spMk id="142" creationId="{00000000-0000-0000-0000-000000000000}"/>
          </ac:spMkLst>
        </pc:spChg>
        <pc:cxnChg chg="mod">
          <ac:chgData name="Edson Utazi" userId="bcb3a38a-3ad0-4389-89a4-f1f4b25807d3" providerId="ADAL" clId="{6E6BB287-36A5-4019-B86C-EECBD7B9E602}" dt="2026-10-09T09:17:14.597" v="12463" actId="1036"/>
          <ac:cxnSpMkLst>
            <pc:docMk/>
            <pc:sldMk cId="587861640" sldId="321"/>
            <ac:cxnSpMk id="5" creationId="{FDA9D3D2-41CB-1B35-5FE2-08BB1ECC1B1B}"/>
          </ac:cxnSpMkLst>
        </pc:cxnChg>
      </pc:sldChg>
      <pc:sldChg chg="addSp delSp modSp new mod">
        <pc:chgData name="Edson Utazi" userId="bcb3a38a-3ad0-4389-89a4-f1f4b25807d3" providerId="ADAL" clId="{6E6BB287-36A5-4019-B86C-EECBD7B9E602}" dt="2026-10-09T10:36:18.574" v="14218" actId="113"/>
        <pc:sldMkLst>
          <pc:docMk/>
          <pc:sldMk cId="4231882970" sldId="322"/>
        </pc:sldMkLst>
        <pc:spChg chg="del">
          <ac:chgData name="Edson Utazi" userId="bcb3a38a-3ad0-4389-89a4-f1f4b25807d3" providerId="ADAL" clId="{6E6BB287-36A5-4019-B86C-EECBD7B9E602}" dt="2026-10-09T10:32:56.918" v="13816" actId="478"/>
          <ac:spMkLst>
            <pc:docMk/>
            <pc:sldMk cId="4231882970" sldId="322"/>
            <ac:spMk id="2" creationId="{510DB490-4FDB-FA4A-5913-F1B95554032D}"/>
          </ac:spMkLst>
        </pc:spChg>
        <pc:spChg chg="mod">
          <ac:chgData name="Edson Utazi" userId="bcb3a38a-3ad0-4389-89a4-f1f4b25807d3" providerId="ADAL" clId="{6E6BB287-36A5-4019-B86C-EECBD7B9E602}" dt="2026-10-09T10:34:00.124" v="13868" actId="1076"/>
          <ac:spMkLst>
            <pc:docMk/>
            <pc:sldMk cId="4231882970" sldId="322"/>
            <ac:spMk id="3" creationId="{AE0C4F78-028D-0A13-B21A-A9F99D86AE54}"/>
          </ac:spMkLst>
        </pc:spChg>
        <pc:spChg chg="add mod">
          <ac:chgData name="Edson Utazi" userId="bcb3a38a-3ad0-4389-89a4-f1f4b25807d3" providerId="ADAL" clId="{6E6BB287-36A5-4019-B86C-EECBD7B9E602}" dt="2026-10-09T10:32:58.212" v="13817"/>
          <ac:spMkLst>
            <pc:docMk/>
            <pc:sldMk cId="4231882970" sldId="322"/>
            <ac:spMk id="4" creationId="{2E7793DC-289D-F33F-4147-27299540845D}"/>
          </ac:spMkLst>
        </pc:spChg>
        <pc:spChg chg="add mod">
          <ac:chgData name="Edson Utazi" userId="bcb3a38a-3ad0-4389-89a4-f1f4b25807d3" providerId="ADAL" clId="{6E6BB287-36A5-4019-B86C-EECBD7B9E602}" dt="2026-10-09T10:36:18.574" v="14218" actId="113"/>
          <ac:spMkLst>
            <pc:docMk/>
            <pc:sldMk cId="4231882970" sldId="322"/>
            <ac:spMk id="6" creationId="{5F5C5672-D221-71C8-C9B7-AADA0571F60C}"/>
          </ac:spMkLst>
        </pc:spChg>
        <pc:graphicFrameChg chg="add mod">
          <ac:chgData name="Edson Utazi" userId="bcb3a38a-3ad0-4389-89a4-f1f4b25807d3" providerId="ADAL" clId="{6E6BB287-36A5-4019-B86C-EECBD7B9E602}" dt="2026-10-09T10:33:26.856" v="13845" actId="1076"/>
          <ac:graphicFrameMkLst>
            <pc:docMk/>
            <pc:sldMk cId="4231882970" sldId="322"/>
            <ac:graphicFrameMk id="5" creationId="{CC69FD23-4A07-4F7E-9EA6-9BE1E9FA61FC}"/>
          </ac:graphicFrameMkLst>
        </pc:graphicFrameChg>
      </pc:sldChg>
      <pc:sldChg chg="addSp delSp modSp new mod">
        <pc:chgData name="Edson Utazi" userId="bcb3a38a-3ad0-4389-89a4-f1f4b25807d3" providerId="ADAL" clId="{6E6BB287-36A5-4019-B86C-EECBD7B9E602}" dt="2026-10-09T16:04:49.376" v="15518" actId="27636"/>
        <pc:sldMkLst>
          <pc:docMk/>
          <pc:sldMk cId="284921051" sldId="323"/>
        </pc:sldMkLst>
        <pc:spChg chg="del">
          <ac:chgData name="Edson Utazi" userId="bcb3a38a-3ad0-4389-89a4-f1f4b25807d3" providerId="ADAL" clId="{6E6BB287-36A5-4019-B86C-EECBD7B9E602}" dt="2026-10-09T16:02:13.710" v="15426" actId="478"/>
          <ac:spMkLst>
            <pc:docMk/>
            <pc:sldMk cId="284921051" sldId="323"/>
            <ac:spMk id="2" creationId="{FF89AA90-307B-6C9B-D094-4306987E0433}"/>
          </ac:spMkLst>
        </pc:spChg>
        <pc:spChg chg="mod">
          <ac:chgData name="Edson Utazi" userId="bcb3a38a-3ad0-4389-89a4-f1f4b25807d3" providerId="ADAL" clId="{6E6BB287-36A5-4019-B86C-EECBD7B9E602}" dt="2026-10-09T16:04:49.376" v="15518" actId="27636"/>
          <ac:spMkLst>
            <pc:docMk/>
            <pc:sldMk cId="284921051" sldId="323"/>
            <ac:spMk id="3" creationId="{E4D32EB8-C9D0-3AFA-A6C0-87CA6F67FC3F}"/>
          </ac:spMkLst>
        </pc:spChg>
        <pc:spChg chg="add mod">
          <ac:chgData name="Edson Utazi" userId="bcb3a38a-3ad0-4389-89a4-f1f4b25807d3" providerId="ADAL" clId="{6E6BB287-36A5-4019-B86C-EECBD7B9E602}" dt="2026-10-09T16:02:14.632" v="15427"/>
          <ac:spMkLst>
            <pc:docMk/>
            <pc:sldMk cId="284921051" sldId="323"/>
            <ac:spMk id="4" creationId="{99D518A8-7246-ED5E-023B-83D39EBCE93E}"/>
          </ac:spMkLst>
        </pc:spChg>
      </pc:sldChg>
      <pc:sldMasterChg chg="addSp modSp mod">
        <pc:chgData name="Edson Utazi" userId="bcb3a38a-3ad0-4389-89a4-f1f4b25807d3" providerId="ADAL" clId="{6E6BB287-36A5-4019-B86C-EECBD7B9E602}" dt="2026-10-09T09:58:01.928" v="12480" actId="14100"/>
        <pc:sldMasterMkLst>
          <pc:docMk/>
          <pc:sldMasterMk cId="1540418130" sldId="2147483648"/>
        </pc:sldMasterMkLst>
        <pc:spChg chg="add mod">
          <ac:chgData name="Edson Utazi" userId="bcb3a38a-3ad0-4389-89a4-f1f4b25807d3" providerId="ADAL" clId="{6E6BB287-36A5-4019-B86C-EECBD7B9E602}" dt="2026-10-09T09:57:46.280" v="12477" actId="2085"/>
          <ac:spMkLst>
            <pc:docMk/>
            <pc:sldMasterMk cId="1540418130" sldId="2147483648"/>
            <ac:spMk id="7" creationId="{1DA96349-9BC1-B627-49E2-B38C2B7DD8CC}"/>
          </ac:spMkLst>
        </pc:spChg>
        <pc:spChg chg="add mod">
          <ac:chgData name="Edson Utazi" userId="bcb3a38a-3ad0-4389-89a4-f1f4b25807d3" providerId="ADAL" clId="{6E6BB287-36A5-4019-B86C-EECBD7B9E602}" dt="2026-10-09T09:58:01.928" v="12480" actId="14100"/>
          <ac:spMkLst>
            <pc:docMk/>
            <pc:sldMasterMk cId="1540418130" sldId="2147483648"/>
            <ac:spMk id="9" creationId="{7C9B71A7-1D35-F7D7-D87F-D66620E96C21}"/>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FFD495-F8EF-4834-B85B-6A10261CDAD6}" type="datetimeFigureOut">
              <a:rPr lang="en-GB" smtClean="0"/>
              <a:t>10/10/2026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F60F12-5F99-451F-91E3-ED0AF61F85E6}" type="slidenum">
              <a:rPr lang="en-GB" smtClean="0"/>
              <a:t>‹#›</a:t>
            </a:fld>
            <a:endParaRPr lang="en-GB"/>
          </a:p>
        </p:txBody>
      </p:sp>
    </p:spTree>
    <p:extLst>
      <p:ext uri="{BB962C8B-B14F-4D97-AF65-F5344CB8AC3E}">
        <p14:creationId xmlns:p14="http://schemas.microsoft.com/office/powerpoint/2010/main" val="2206637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Shape 138"/>
          <p:cNvSpPr>
            <a:spLocks noGrp="1" noRot="1" noChangeAspect="1"/>
          </p:cNvSpPr>
          <p:nvPr>
            <p:ph type="sldImg" idx="2"/>
          </p:nvPr>
        </p:nvSpPr>
        <p:spPr>
          <a:xfrm>
            <a:off x="90488" y="744538"/>
            <a:ext cx="6616700" cy="3722687"/>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9" name="Shape 139"/>
          <p:cNvSpPr txBox="1">
            <a:spLocks noGrp="1"/>
          </p:cNvSpPr>
          <p:nvPr>
            <p:ph type="body" idx="1"/>
          </p:nvPr>
        </p:nvSpPr>
        <p:spPr>
          <a:xfrm>
            <a:off x="679768" y="4715153"/>
            <a:ext cx="5438140" cy="4466987"/>
          </a:xfrm>
          <a:prstGeom prst="rect">
            <a:avLst/>
          </a:prstGeom>
        </p:spPr>
        <p:txBody>
          <a:bodyPr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prstClr val="black"/>
              </a:solidFill>
              <a:effectLst/>
              <a:uLnTx/>
              <a:uFillTx/>
              <a:latin typeface="+mn-lt"/>
              <a:ea typeface="+mn-ea"/>
              <a:cs typeface="+mn-cs"/>
            </a:endParaRPr>
          </a:p>
        </p:txBody>
      </p:sp>
    </p:spTree>
    <p:extLst>
      <p:ext uri="{BB962C8B-B14F-4D97-AF65-F5344CB8AC3E}">
        <p14:creationId xmlns:p14="http://schemas.microsoft.com/office/powerpoint/2010/main" val="23174587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3E1D1-3F22-AEDB-9D3D-BECA6314693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C4325186-9CDB-83E6-D5EE-63DC31C61D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35D5E99-BB13-38B3-0E86-3F35B4916776}"/>
              </a:ext>
            </a:extLst>
          </p:cNvPr>
          <p:cNvSpPr>
            <a:spLocks noGrp="1"/>
          </p:cNvSpPr>
          <p:nvPr>
            <p:ph type="dt" sz="half" idx="10"/>
          </p:nvPr>
        </p:nvSpPr>
        <p:spPr/>
        <p:txBody>
          <a:bodyPr/>
          <a:lstStyle/>
          <a:p>
            <a:fld id="{D144FA7E-CCE6-4523-82D7-EA2DDCF16B5F}" type="datetimeFigureOut">
              <a:rPr lang="en-GB" smtClean="0"/>
              <a:t>10/10/2026</a:t>
            </a:fld>
            <a:endParaRPr lang="en-GB"/>
          </a:p>
        </p:txBody>
      </p:sp>
      <p:sp>
        <p:nvSpPr>
          <p:cNvPr id="5" name="Footer Placeholder 4">
            <a:extLst>
              <a:ext uri="{FF2B5EF4-FFF2-40B4-BE49-F238E27FC236}">
                <a16:creationId xmlns:a16="http://schemas.microsoft.com/office/drawing/2014/main" id="{95B37B06-C51B-1081-61D2-7F06BBFF227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E0CFEAA-DF74-F7D1-F05D-C46DDE5DC63E}"/>
              </a:ext>
            </a:extLst>
          </p:cNvPr>
          <p:cNvSpPr>
            <a:spLocks noGrp="1"/>
          </p:cNvSpPr>
          <p:nvPr>
            <p:ph type="sldNum" sz="quarter" idx="12"/>
          </p:nvPr>
        </p:nvSpPr>
        <p:spPr/>
        <p:txBody>
          <a:bodyPr/>
          <a:lstStyle/>
          <a:p>
            <a:fld id="{8EDD92A3-4CF2-4F00-A3BE-B78885218144}" type="slidenum">
              <a:rPr lang="en-GB" smtClean="0"/>
              <a:t>‹#›</a:t>
            </a:fld>
            <a:endParaRPr lang="en-GB"/>
          </a:p>
        </p:txBody>
      </p:sp>
    </p:spTree>
    <p:extLst>
      <p:ext uri="{BB962C8B-B14F-4D97-AF65-F5344CB8AC3E}">
        <p14:creationId xmlns:p14="http://schemas.microsoft.com/office/powerpoint/2010/main" val="754635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4B70D-BF09-3FD1-5A33-AAC360B44D3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3E752DF-E8F7-6C7F-2431-FCBEE3B590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A09F9DD-2B7D-5DDE-9C96-5E4CD78F832C}"/>
              </a:ext>
            </a:extLst>
          </p:cNvPr>
          <p:cNvSpPr>
            <a:spLocks noGrp="1"/>
          </p:cNvSpPr>
          <p:nvPr>
            <p:ph type="dt" sz="half" idx="10"/>
          </p:nvPr>
        </p:nvSpPr>
        <p:spPr/>
        <p:txBody>
          <a:bodyPr/>
          <a:lstStyle/>
          <a:p>
            <a:fld id="{D144FA7E-CCE6-4523-82D7-EA2DDCF16B5F}" type="datetimeFigureOut">
              <a:rPr lang="en-GB" smtClean="0"/>
              <a:t>10/10/2026</a:t>
            </a:fld>
            <a:endParaRPr lang="en-GB"/>
          </a:p>
        </p:txBody>
      </p:sp>
      <p:sp>
        <p:nvSpPr>
          <p:cNvPr id="5" name="Footer Placeholder 4">
            <a:extLst>
              <a:ext uri="{FF2B5EF4-FFF2-40B4-BE49-F238E27FC236}">
                <a16:creationId xmlns:a16="http://schemas.microsoft.com/office/drawing/2014/main" id="{3BA8DA3B-CE27-8ACB-2375-568468C5D47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EEC8632-7D19-8EAC-09CA-BA59C8029E3B}"/>
              </a:ext>
            </a:extLst>
          </p:cNvPr>
          <p:cNvSpPr>
            <a:spLocks noGrp="1"/>
          </p:cNvSpPr>
          <p:nvPr>
            <p:ph type="sldNum" sz="quarter" idx="12"/>
          </p:nvPr>
        </p:nvSpPr>
        <p:spPr/>
        <p:txBody>
          <a:bodyPr/>
          <a:lstStyle/>
          <a:p>
            <a:fld id="{8EDD92A3-4CF2-4F00-A3BE-B78885218144}" type="slidenum">
              <a:rPr lang="en-GB" smtClean="0"/>
              <a:t>‹#›</a:t>
            </a:fld>
            <a:endParaRPr lang="en-GB"/>
          </a:p>
        </p:txBody>
      </p:sp>
    </p:spTree>
    <p:extLst>
      <p:ext uri="{BB962C8B-B14F-4D97-AF65-F5344CB8AC3E}">
        <p14:creationId xmlns:p14="http://schemas.microsoft.com/office/powerpoint/2010/main" val="17071692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CD889-789A-8A8C-6D16-75912159AA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993EFC3B-87AA-D1C9-1546-600A0059165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E0D25D2-7C03-3246-9FB5-6E631ED3C109}"/>
              </a:ext>
            </a:extLst>
          </p:cNvPr>
          <p:cNvSpPr>
            <a:spLocks noGrp="1"/>
          </p:cNvSpPr>
          <p:nvPr>
            <p:ph type="dt" sz="half" idx="10"/>
          </p:nvPr>
        </p:nvSpPr>
        <p:spPr/>
        <p:txBody>
          <a:bodyPr/>
          <a:lstStyle/>
          <a:p>
            <a:fld id="{D144FA7E-CCE6-4523-82D7-EA2DDCF16B5F}" type="datetimeFigureOut">
              <a:rPr lang="en-GB" smtClean="0"/>
              <a:t>10/10/2026</a:t>
            </a:fld>
            <a:endParaRPr lang="en-GB"/>
          </a:p>
        </p:txBody>
      </p:sp>
      <p:sp>
        <p:nvSpPr>
          <p:cNvPr id="5" name="Footer Placeholder 4">
            <a:extLst>
              <a:ext uri="{FF2B5EF4-FFF2-40B4-BE49-F238E27FC236}">
                <a16:creationId xmlns:a16="http://schemas.microsoft.com/office/drawing/2014/main" id="{6D35CBEF-BBCB-F534-2085-84DF5DA6F4E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9C59591-4C8C-793B-93E5-84EA09BB9683}"/>
              </a:ext>
            </a:extLst>
          </p:cNvPr>
          <p:cNvSpPr>
            <a:spLocks noGrp="1"/>
          </p:cNvSpPr>
          <p:nvPr>
            <p:ph type="sldNum" sz="quarter" idx="12"/>
          </p:nvPr>
        </p:nvSpPr>
        <p:spPr/>
        <p:txBody>
          <a:bodyPr/>
          <a:lstStyle/>
          <a:p>
            <a:fld id="{8EDD92A3-4CF2-4F00-A3BE-B78885218144}" type="slidenum">
              <a:rPr lang="en-GB" smtClean="0"/>
              <a:t>‹#›</a:t>
            </a:fld>
            <a:endParaRPr lang="en-GB"/>
          </a:p>
        </p:txBody>
      </p:sp>
    </p:spTree>
    <p:extLst>
      <p:ext uri="{BB962C8B-B14F-4D97-AF65-F5344CB8AC3E}">
        <p14:creationId xmlns:p14="http://schemas.microsoft.com/office/powerpoint/2010/main" val="1439273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729FC-F0A5-2C01-2CAE-7283B4F78B7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0161C8F-12FD-C1C6-AEB4-41E27C0032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3BA5D76-9469-9B93-DC44-74B2393296E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4EC9CE2E-B399-7D27-46DE-C419B20148FB}"/>
              </a:ext>
            </a:extLst>
          </p:cNvPr>
          <p:cNvSpPr>
            <a:spLocks noGrp="1"/>
          </p:cNvSpPr>
          <p:nvPr>
            <p:ph type="dt" sz="half" idx="10"/>
          </p:nvPr>
        </p:nvSpPr>
        <p:spPr/>
        <p:txBody>
          <a:bodyPr/>
          <a:lstStyle/>
          <a:p>
            <a:fld id="{D144FA7E-CCE6-4523-82D7-EA2DDCF16B5F}" type="datetimeFigureOut">
              <a:rPr lang="en-GB" smtClean="0"/>
              <a:t>10/10/2026</a:t>
            </a:fld>
            <a:endParaRPr lang="en-GB"/>
          </a:p>
        </p:txBody>
      </p:sp>
      <p:sp>
        <p:nvSpPr>
          <p:cNvPr id="6" name="Footer Placeholder 5">
            <a:extLst>
              <a:ext uri="{FF2B5EF4-FFF2-40B4-BE49-F238E27FC236}">
                <a16:creationId xmlns:a16="http://schemas.microsoft.com/office/drawing/2014/main" id="{9C7E9F10-D879-14F0-4E13-8EBE678DC8C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811FC0F-BEED-8309-7CF9-92E004ACC847}"/>
              </a:ext>
            </a:extLst>
          </p:cNvPr>
          <p:cNvSpPr>
            <a:spLocks noGrp="1"/>
          </p:cNvSpPr>
          <p:nvPr>
            <p:ph type="sldNum" sz="quarter" idx="12"/>
          </p:nvPr>
        </p:nvSpPr>
        <p:spPr/>
        <p:txBody>
          <a:bodyPr/>
          <a:lstStyle/>
          <a:p>
            <a:fld id="{8EDD92A3-4CF2-4F00-A3BE-B78885218144}" type="slidenum">
              <a:rPr lang="en-GB" smtClean="0"/>
              <a:t>‹#›</a:t>
            </a:fld>
            <a:endParaRPr lang="en-GB"/>
          </a:p>
        </p:txBody>
      </p:sp>
    </p:spTree>
    <p:extLst>
      <p:ext uri="{BB962C8B-B14F-4D97-AF65-F5344CB8AC3E}">
        <p14:creationId xmlns:p14="http://schemas.microsoft.com/office/powerpoint/2010/main" val="25136351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2E64F-1E4F-30BF-9758-A073CB25065B}"/>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48E347A-B3FE-02CA-3E85-D0A7B9442C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8693C3A-F320-6C14-CE7C-0028A9BB094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98B3B9AB-A387-9EE3-E4C3-3CA2127505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B8D47C-0624-1F35-1E16-79F1A30D87A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5DE5BB8A-214F-0488-A45E-CEF6660DFAFA}"/>
              </a:ext>
            </a:extLst>
          </p:cNvPr>
          <p:cNvSpPr>
            <a:spLocks noGrp="1"/>
          </p:cNvSpPr>
          <p:nvPr>
            <p:ph type="dt" sz="half" idx="10"/>
          </p:nvPr>
        </p:nvSpPr>
        <p:spPr/>
        <p:txBody>
          <a:bodyPr/>
          <a:lstStyle/>
          <a:p>
            <a:fld id="{D144FA7E-CCE6-4523-82D7-EA2DDCF16B5F}" type="datetimeFigureOut">
              <a:rPr lang="en-GB" smtClean="0"/>
              <a:t>10/10/2026</a:t>
            </a:fld>
            <a:endParaRPr lang="en-GB"/>
          </a:p>
        </p:txBody>
      </p:sp>
      <p:sp>
        <p:nvSpPr>
          <p:cNvPr id="8" name="Footer Placeholder 7">
            <a:extLst>
              <a:ext uri="{FF2B5EF4-FFF2-40B4-BE49-F238E27FC236}">
                <a16:creationId xmlns:a16="http://schemas.microsoft.com/office/drawing/2014/main" id="{391771B1-7C8D-65C5-6A38-C924B7315A2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EF8D117B-39F2-2913-5B25-512F520DB4E1}"/>
              </a:ext>
            </a:extLst>
          </p:cNvPr>
          <p:cNvSpPr>
            <a:spLocks noGrp="1"/>
          </p:cNvSpPr>
          <p:nvPr>
            <p:ph type="sldNum" sz="quarter" idx="12"/>
          </p:nvPr>
        </p:nvSpPr>
        <p:spPr/>
        <p:txBody>
          <a:bodyPr/>
          <a:lstStyle/>
          <a:p>
            <a:fld id="{8EDD92A3-4CF2-4F00-A3BE-B78885218144}" type="slidenum">
              <a:rPr lang="en-GB" smtClean="0"/>
              <a:t>‹#›</a:t>
            </a:fld>
            <a:endParaRPr lang="en-GB"/>
          </a:p>
        </p:txBody>
      </p:sp>
    </p:spTree>
    <p:extLst>
      <p:ext uri="{BB962C8B-B14F-4D97-AF65-F5344CB8AC3E}">
        <p14:creationId xmlns:p14="http://schemas.microsoft.com/office/powerpoint/2010/main" val="21224593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E3DA9-887C-B7CD-A5C3-CBCB80B0245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ED8A8F2-BCC2-FFA4-F461-158CFE667856}"/>
              </a:ext>
            </a:extLst>
          </p:cNvPr>
          <p:cNvSpPr>
            <a:spLocks noGrp="1"/>
          </p:cNvSpPr>
          <p:nvPr>
            <p:ph type="dt" sz="half" idx="10"/>
          </p:nvPr>
        </p:nvSpPr>
        <p:spPr/>
        <p:txBody>
          <a:bodyPr/>
          <a:lstStyle/>
          <a:p>
            <a:fld id="{D144FA7E-CCE6-4523-82D7-EA2DDCF16B5F}" type="datetimeFigureOut">
              <a:rPr lang="en-GB" smtClean="0"/>
              <a:t>10/10/2026</a:t>
            </a:fld>
            <a:endParaRPr lang="en-GB"/>
          </a:p>
        </p:txBody>
      </p:sp>
      <p:sp>
        <p:nvSpPr>
          <p:cNvPr id="4" name="Footer Placeholder 3">
            <a:extLst>
              <a:ext uri="{FF2B5EF4-FFF2-40B4-BE49-F238E27FC236}">
                <a16:creationId xmlns:a16="http://schemas.microsoft.com/office/drawing/2014/main" id="{7B8E2EEB-8305-F8EC-6844-F80BF6F3DDF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6A4158E4-9AE6-833D-448A-FA5268649E42}"/>
              </a:ext>
            </a:extLst>
          </p:cNvPr>
          <p:cNvSpPr>
            <a:spLocks noGrp="1"/>
          </p:cNvSpPr>
          <p:nvPr>
            <p:ph type="sldNum" sz="quarter" idx="12"/>
          </p:nvPr>
        </p:nvSpPr>
        <p:spPr/>
        <p:txBody>
          <a:bodyPr/>
          <a:lstStyle/>
          <a:p>
            <a:fld id="{8EDD92A3-4CF2-4F00-A3BE-B78885218144}" type="slidenum">
              <a:rPr lang="en-GB" smtClean="0"/>
              <a:t>‹#›</a:t>
            </a:fld>
            <a:endParaRPr lang="en-GB"/>
          </a:p>
        </p:txBody>
      </p:sp>
    </p:spTree>
    <p:extLst>
      <p:ext uri="{BB962C8B-B14F-4D97-AF65-F5344CB8AC3E}">
        <p14:creationId xmlns:p14="http://schemas.microsoft.com/office/powerpoint/2010/main" val="16384557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886118-36AD-8143-F17C-AFCD60A3E7D2}"/>
              </a:ext>
            </a:extLst>
          </p:cNvPr>
          <p:cNvSpPr>
            <a:spLocks noGrp="1"/>
          </p:cNvSpPr>
          <p:nvPr>
            <p:ph type="dt" sz="half" idx="10"/>
          </p:nvPr>
        </p:nvSpPr>
        <p:spPr/>
        <p:txBody>
          <a:bodyPr/>
          <a:lstStyle/>
          <a:p>
            <a:fld id="{D144FA7E-CCE6-4523-82D7-EA2DDCF16B5F}" type="datetimeFigureOut">
              <a:rPr lang="en-GB" smtClean="0"/>
              <a:t>10/10/2026</a:t>
            </a:fld>
            <a:endParaRPr lang="en-GB"/>
          </a:p>
        </p:txBody>
      </p:sp>
      <p:sp>
        <p:nvSpPr>
          <p:cNvPr id="3" name="Footer Placeholder 2">
            <a:extLst>
              <a:ext uri="{FF2B5EF4-FFF2-40B4-BE49-F238E27FC236}">
                <a16:creationId xmlns:a16="http://schemas.microsoft.com/office/drawing/2014/main" id="{60E945D6-B482-CC9C-B2E9-74CA3F4264F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180D11E7-84C7-A095-CE14-53AFD19A4B9E}"/>
              </a:ext>
            </a:extLst>
          </p:cNvPr>
          <p:cNvSpPr>
            <a:spLocks noGrp="1"/>
          </p:cNvSpPr>
          <p:nvPr>
            <p:ph type="sldNum" sz="quarter" idx="12"/>
          </p:nvPr>
        </p:nvSpPr>
        <p:spPr/>
        <p:txBody>
          <a:bodyPr/>
          <a:lstStyle/>
          <a:p>
            <a:fld id="{8EDD92A3-4CF2-4F00-A3BE-B78885218144}" type="slidenum">
              <a:rPr lang="en-GB" smtClean="0"/>
              <a:t>‹#›</a:t>
            </a:fld>
            <a:endParaRPr lang="en-GB"/>
          </a:p>
        </p:txBody>
      </p:sp>
    </p:spTree>
    <p:extLst>
      <p:ext uri="{BB962C8B-B14F-4D97-AF65-F5344CB8AC3E}">
        <p14:creationId xmlns:p14="http://schemas.microsoft.com/office/powerpoint/2010/main" val="27390692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584BB-0728-298B-3BC4-CF247021B8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D2966D6-B32D-DE62-8870-2343756D79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6A7F2589-61AE-5353-A3C5-2FECF5DDEE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5ACC2E-7EB6-2D77-B4F5-2C19AC9D3102}"/>
              </a:ext>
            </a:extLst>
          </p:cNvPr>
          <p:cNvSpPr>
            <a:spLocks noGrp="1"/>
          </p:cNvSpPr>
          <p:nvPr>
            <p:ph type="dt" sz="half" idx="10"/>
          </p:nvPr>
        </p:nvSpPr>
        <p:spPr/>
        <p:txBody>
          <a:bodyPr/>
          <a:lstStyle/>
          <a:p>
            <a:fld id="{D144FA7E-CCE6-4523-82D7-EA2DDCF16B5F}" type="datetimeFigureOut">
              <a:rPr lang="en-GB" smtClean="0"/>
              <a:t>10/10/2026</a:t>
            </a:fld>
            <a:endParaRPr lang="en-GB"/>
          </a:p>
        </p:txBody>
      </p:sp>
      <p:sp>
        <p:nvSpPr>
          <p:cNvPr id="6" name="Footer Placeholder 5">
            <a:extLst>
              <a:ext uri="{FF2B5EF4-FFF2-40B4-BE49-F238E27FC236}">
                <a16:creationId xmlns:a16="http://schemas.microsoft.com/office/drawing/2014/main" id="{EDEFD574-80BC-DB69-4742-AE7DF7B2EF3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B23AD6E-73BF-E58A-0C96-7E5ABB744FBC}"/>
              </a:ext>
            </a:extLst>
          </p:cNvPr>
          <p:cNvSpPr>
            <a:spLocks noGrp="1"/>
          </p:cNvSpPr>
          <p:nvPr>
            <p:ph type="sldNum" sz="quarter" idx="12"/>
          </p:nvPr>
        </p:nvSpPr>
        <p:spPr/>
        <p:txBody>
          <a:bodyPr/>
          <a:lstStyle/>
          <a:p>
            <a:fld id="{8EDD92A3-4CF2-4F00-A3BE-B78885218144}" type="slidenum">
              <a:rPr lang="en-GB" smtClean="0"/>
              <a:t>‹#›</a:t>
            </a:fld>
            <a:endParaRPr lang="en-GB"/>
          </a:p>
        </p:txBody>
      </p:sp>
    </p:spTree>
    <p:extLst>
      <p:ext uri="{BB962C8B-B14F-4D97-AF65-F5344CB8AC3E}">
        <p14:creationId xmlns:p14="http://schemas.microsoft.com/office/powerpoint/2010/main" val="1116919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B8E3D-E066-9B4A-E53E-6274EC4CE9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3A48962-65C4-6168-9F1D-1BA958564E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84B6D5B-41FE-323F-264F-D046DE09C8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D04414-92C6-1E19-A4F5-D7BC223A29D0}"/>
              </a:ext>
            </a:extLst>
          </p:cNvPr>
          <p:cNvSpPr>
            <a:spLocks noGrp="1"/>
          </p:cNvSpPr>
          <p:nvPr>
            <p:ph type="dt" sz="half" idx="10"/>
          </p:nvPr>
        </p:nvSpPr>
        <p:spPr/>
        <p:txBody>
          <a:bodyPr/>
          <a:lstStyle/>
          <a:p>
            <a:fld id="{D144FA7E-CCE6-4523-82D7-EA2DDCF16B5F}" type="datetimeFigureOut">
              <a:rPr lang="en-GB" smtClean="0"/>
              <a:t>10/10/2026</a:t>
            </a:fld>
            <a:endParaRPr lang="en-GB"/>
          </a:p>
        </p:txBody>
      </p:sp>
      <p:sp>
        <p:nvSpPr>
          <p:cNvPr id="6" name="Footer Placeholder 5">
            <a:extLst>
              <a:ext uri="{FF2B5EF4-FFF2-40B4-BE49-F238E27FC236}">
                <a16:creationId xmlns:a16="http://schemas.microsoft.com/office/drawing/2014/main" id="{A1D1644D-9869-1D83-059B-E3A06907DC7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C67768A-FBB2-3593-FCC1-E7458CFF2168}"/>
              </a:ext>
            </a:extLst>
          </p:cNvPr>
          <p:cNvSpPr>
            <a:spLocks noGrp="1"/>
          </p:cNvSpPr>
          <p:nvPr>
            <p:ph type="sldNum" sz="quarter" idx="12"/>
          </p:nvPr>
        </p:nvSpPr>
        <p:spPr/>
        <p:txBody>
          <a:bodyPr/>
          <a:lstStyle/>
          <a:p>
            <a:fld id="{8EDD92A3-4CF2-4F00-A3BE-B78885218144}" type="slidenum">
              <a:rPr lang="en-GB" smtClean="0"/>
              <a:t>‹#›</a:t>
            </a:fld>
            <a:endParaRPr lang="en-GB"/>
          </a:p>
        </p:txBody>
      </p:sp>
    </p:spTree>
    <p:extLst>
      <p:ext uri="{BB962C8B-B14F-4D97-AF65-F5344CB8AC3E}">
        <p14:creationId xmlns:p14="http://schemas.microsoft.com/office/powerpoint/2010/main" val="17262175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6FA51-FA8E-C4A8-077D-E5A7271AD58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5502B64-2D97-C2E9-E4CC-ADB253C5F1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AFFB86E-176F-D25E-0A7C-F45C9FFA58EE}"/>
              </a:ext>
            </a:extLst>
          </p:cNvPr>
          <p:cNvSpPr>
            <a:spLocks noGrp="1"/>
          </p:cNvSpPr>
          <p:nvPr>
            <p:ph type="dt" sz="half" idx="10"/>
          </p:nvPr>
        </p:nvSpPr>
        <p:spPr/>
        <p:txBody>
          <a:bodyPr/>
          <a:lstStyle/>
          <a:p>
            <a:fld id="{D144FA7E-CCE6-4523-82D7-EA2DDCF16B5F}" type="datetimeFigureOut">
              <a:rPr lang="en-GB" smtClean="0"/>
              <a:t>10/10/2026</a:t>
            </a:fld>
            <a:endParaRPr lang="en-GB"/>
          </a:p>
        </p:txBody>
      </p:sp>
      <p:sp>
        <p:nvSpPr>
          <p:cNvPr id="5" name="Footer Placeholder 4">
            <a:extLst>
              <a:ext uri="{FF2B5EF4-FFF2-40B4-BE49-F238E27FC236}">
                <a16:creationId xmlns:a16="http://schemas.microsoft.com/office/drawing/2014/main" id="{6723D570-3ED8-417E-C8A9-0A3046DD2BB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6DB0811-8B6E-5A86-1506-81D4C9F31F8B}"/>
              </a:ext>
            </a:extLst>
          </p:cNvPr>
          <p:cNvSpPr>
            <a:spLocks noGrp="1"/>
          </p:cNvSpPr>
          <p:nvPr>
            <p:ph type="sldNum" sz="quarter" idx="12"/>
          </p:nvPr>
        </p:nvSpPr>
        <p:spPr/>
        <p:txBody>
          <a:bodyPr/>
          <a:lstStyle/>
          <a:p>
            <a:fld id="{8EDD92A3-4CF2-4F00-A3BE-B78885218144}" type="slidenum">
              <a:rPr lang="en-GB" smtClean="0"/>
              <a:t>‹#›</a:t>
            </a:fld>
            <a:endParaRPr lang="en-GB"/>
          </a:p>
        </p:txBody>
      </p:sp>
    </p:spTree>
    <p:extLst>
      <p:ext uri="{BB962C8B-B14F-4D97-AF65-F5344CB8AC3E}">
        <p14:creationId xmlns:p14="http://schemas.microsoft.com/office/powerpoint/2010/main" val="2479044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A90EE0-94C4-04D5-6058-F833FE1CB12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BC8CD99-4C75-0634-B9DF-97FE40EF41A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9729F3D-5E9C-0AD4-FFCA-798F61ED4FC1}"/>
              </a:ext>
            </a:extLst>
          </p:cNvPr>
          <p:cNvSpPr>
            <a:spLocks noGrp="1"/>
          </p:cNvSpPr>
          <p:nvPr>
            <p:ph type="dt" sz="half" idx="10"/>
          </p:nvPr>
        </p:nvSpPr>
        <p:spPr/>
        <p:txBody>
          <a:bodyPr/>
          <a:lstStyle/>
          <a:p>
            <a:fld id="{D144FA7E-CCE6-4523-82D7-EA2DDCF16B5F}" type="datetimeFigureOut">
              <a:rPr lang="en-GB" smtClean="0"/>
              <a:t>10/10/2026</a:t>
            </a:fld>
            <a:endParaRPr lang="en-GB"/>
          </a:p>
        </p:txBody>
      </p:sp>
      <p:sp>
        <p:nvSpPr>
          <p:cNvPr id="5" name="Footer Placeholder 4">
            <a:extLst>
              <a:ext uri="{FF2B5EF4-FFF2-40B4-BE49-F238E27FC236}">
                <a16:creationId xmlns:a16="http://schemas.microsoft.com/office/drawing/2014/main" id="{421D3AC6-02D0-2E77-411B-BEF9FC9F78C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1345F5C-B9D4-E6C5-DAC0-F58902490D00}"/>
              </a:ext>
            </a:extLst>
          </p:cNvPr>
          <p:cNvSpPr>
            <a:spLocks noGrp="1"/>
          </p:cNvSpPr>
          <p:nvPr>
            <p:ph type="sldNum" sz="quarter" idx="12"/>
          </p:nvPr>
        </p:nvSpPr>
        <p:spPr/>
        <p:txBody>
          <a:bodyPr/>
          <a:lstStyle/>
          <a:p>
            <a:fld id="{8EDD92A3-4CF2-4F00-A3BE-B78885218144}" type="slidenum">
              <a:rPr lang="en-GB" smtClean="0"/>
              <a:t>‹#›</a:t>
            </a:fld>
            <a:endParaRPr lang="en-GB"/>
          </a:p>
        </p:txBody>
      </p:sp>
    </p:spTree>
    <p:extLst>
      <p:ext uri="{BB962C8B-B14F-4D97-AF65-F5344CB8AC3E}">
        <p14:creationId xmlns:p14="http://schemas.microsoft.com/office/powerpoint/2010/main" val="29409049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415600" y="593367"/>
            <a:ext cx="11360800" cy="763600"/>
          </a:xfrm>
          <a:prstGeom prst="rect">
            <a:avLst/>
          </a:prstGeom>
        </p:spPr>
        <p:txBody>
          <a:bodyPr wrap="square" lIns="121897" tIns="121897" rIns="121897" bIns="121897"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dirty="0"/>
          </a:p>
        </p:txBody>
      </p:sp>
      <p:sp>
        <p:nvSpPr>
          <p:cNvPr id="18" name="Shape 18"/>
          <p:cNvSpPr txBox="1">
            <a:spLocks noGrp="1"/>
          </p:cNvSpPr>
          <p:nvPr>
            <p:ph type="body" idx="1"/>
          </p:nvPr>
        </p:nvSpPr>
        <p:spPr>
          <a:xfrm>
            <a:off x="415600" y="1536633"/>
            <a:ext cx="11360800" cy="4555200"/>
          </a:xfrm>
          <a:prstGeom prst="rect">
            <a:avLst/>
          </a:prstGeom>
        </p:spPr>
        <p:txBody>
          <a:bodyPr wrap="square" lIns="121897" tIns="121897" rIns="121897" bIns="121897"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19" name="Shape 19"/>
          <p:cNvSpPr txBox="1">
            <a:spLocks noGrp="1"/>
          </p:cNvSpPr>
          <p:nvPr>
            <p:ph type="sldNum" idx="12"/>
          </p:nvPr>
        </p:nvSpPr>
        <p:spPr>
          <a:xfrm>
            <a:off x="11296611" y="6217623"/>
            <a:ext cx="731600" cy="524800"/>
          </a:xfrm>
          <a:prstGeom prst="rect">
            <a:avLst/>
          </a:prstGeom>
        </p:spPr>
        <p:txBody>
          <a:bodyPr wrap="square" lIns="121897" tIns="121897" rIns="121897" bIns="121897" anchor="ctr" anchorCtr="0">
            <a:noAutofit/>
          </a:bodyPr>
          <a:lstStyle/>
          <a:p>
            <a:fld id="{00000000-1234-1234-1234-123412341234}" type="slidenum">
              <a:rPr lang="sv" smtClean="0"/>
              <a:pPr/>
              <a:t>‹#›</a:t>
            </a:fld>
            <a:endParaRPr lang="sv"/>
          </a:p>
        </p:txBody>
      </p:sp>
    </p:spTree>
    <p:extLst>
      <p:ext uri="{BB962C8B-B14F-4D97-AF65-F5344CB8AC3E}">
        <p14:creationId xmlns:p14="http://schemas.microsoft.com/office/powerpoint/2010/main" val="4939059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2B726B-0B0E-2305-A8C8-76120690BF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7F9BDCE-DBA8-293F-1C7C-5D0DFE850EE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DA64AC7-B664-A646-9264-0F8D408437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144FA7E-CCE6-4523-82D7-EA2DDCF16B5F}" type="datetimeFigureOut">
              <a:rPr lang="en-GB" smtClean="0"/>
              <a:t>10/10/2026</a:t>
            </a:fld>
            <a:endParaRPr lang="en-GB"/>
          </a:p>
        </p:txBody>
      </p:sp>
      <p:sp>
        <p:nvSpPr>
          <p:cNvPr id="5" name="Footer Placeholder 4">
            <a:extLst>
              <a:ext uri="{FF2B5EF4-FFF2-40B4-BE49-F238E27FC236}">
                <a16:creationId xmlns:a16="http://schemas.microsoft.com/office/drawing/2014/main" id="{93CBB584-9837-6DDD-10C5-1C8B79125C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F2E2C8C6-D064-9170-C599-EC7D9C0E1C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EDD92A3-4CF2-4F00-A3BE-B78885218144}" type="slidenum">
              <a:rPr lang="en-GB" smtClean="0"/>
              <a:t>‹#›</a:t>
            </a:fld>
            <a:endParaRPr lang="en-GB"/>
          </a:p>
        </p:txBody>
      </p:sp>
      <p:sp>
        <p:nvSpPr>
          <p:cNvPr id="7" name="Rectangle 6">
            <a:extLst>
              <a:ext uri="{FF2B5EF4-FFF2-40B4-BE49-F238E27FC236}">
                <a16:creationId xmlns:a16="http://schemas.microsoft.com/office/drawing/2014/main" id="{1DA96349-9BC1-B627-49E2-B38C2B7DD8CC}"/>
              </a:ext>
            </a:extLst>
          </p:cNvPr>
          <p:cNvSpPr/>
          <p:nvPr userDrawn="1"/>
        </p:nvSpPr>
        <p:spPr>
          <a:xfrm>
            <a:off x="0" y="0"/>
            <a:ext cx="12192000" cy="94210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7C9B71A7-1D35-F7D7-D87F-D66620E96C21}"/>
              </a:ext>
            </a:extLst>
          </p:cNvPr>
          <p:cNvSpPr/>
          <p:nvPr userDrawn="1"/>
        </p:nvSpPr>
        <p:spPr>
          <a:xfrm>
            <a:off x="0" y="6721475"/>
            <a:ext cx="12192000" cy="1365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5404181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eliaskrainski.github.io/INLAspacetime/index.html" TargetMode="External"/><Relationship Id="rId2" Type="http://schemas.openxmlformats.org/officeDocument/2006/relationships/hyperlink" Target="https://share.google/aggtNBzRG7yKz0aHQ" TargetMode="Externa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pic>
        <p:nvPicPr>
          <p:cNvPr id="141" name="Shape 141"/>
          <p:cNvPicPr preferRelativeResize="0"/>
          <p:nvPr/>
        </p:nvPicPr>
        <p:blipFill rotWithShape="1">
          <a:blip r:embed="rId3">
            <a:alphaModFix/>
          </a:blip>
          <a:srcRect t="16840"/>
          <a:stretch/>
        </p:blipFill>
        <p:spPr>
          <a:xfrm>
            <a:off x="0" y="0"/>
            <a:ext cx="12191992" cy="5519080"/>
          </a:xfrm>
          <a:prstGeom prst="rect">
            <a:avLst/>
          </a:prstGeom>
          <a:noFill/>
          <a:ln>
            <a:noFill/>
          </a:ln>
        </p:spPr>
      </p:pic>
      <p:sp>
        <p:nvSpPr>
          <p:cNvPr id="142" name="Shape 142"/>
          <p:cNvSpPr txBox="1"/>
          <p:nvPr/>
        </p:nvSpPr>
        <p:spPr>
          <a:xfrm>
            <a:off x="963097" y="931468"/>
            <a:ext cx="10231548" cy="993776"/>
          </a:xfrm>
          <a:prstGeom prst="rect">
            <a:avLst/>
          </a:prstGeom>
          <a:noFill/>
          <a:ln>
            <a:noFill/>
          </a:ln>
        </p:spPr>
        <p:txBody>
          <a:bodyPr wrap="square" lIns="121897" tIns="121897" rIns="121897" bIns="121897" anchor="t" anchorCtr="0">
            <a:noAutofit/>
          </a:bodyPr>
          <a:lstStyle/>
          <a:p>
            <a:pPr algn="ctr">
              <a:buClr>
                <a:schemeClr val="dk1"/>
              </a:buClr>
              <a:buSzPct val="34375"/>
            </a:pPr>
            <a:r>
              <a:rPr lang="en-GB" sz="4400" b="1" dirty="0">
                <a:solidFill>
                  <a:srgbClr val="FFFFFF"/>
                </a:solidFill>
                <a:latin typeface="Aptos" panose="020B0004020202020204" pitchFamily="34" charset="0"/>
                <a:ea typeface="Merriweather"/>
                <a:cs typeface="Arial" panose="020B0604020202020204" pitchFamily="34" charset="0"/>
                <a:sym typeface="Merriweather"/>
              </a:rPr>
              <a:t>Geostatistical data analysis II</a:t>
            </a:r>
          </a:p>
          <a:p>
            <a:pPr algn="ctr">
              <a:buClr>
                <a:schemeClr val="dk1"/>
              </a:buClr>
              <a:buSzPct val="34375"/>
            </a:pPr>
            <a:endParaRPr lang="en-GB" sz="4400" b="1" dirty="0">
              <a:solidFill>
                <a:srgbClr val="FFFFFF"/>
              </a:solidFill>
              <a:latin typeface="Aptos" panose="020B0004020202020204" pitchFamily="34" charset="0"/>
              <a:ea typeface="Merriweather"/>
              <a:cs typeface="Arial" panose="020B0604020202020204" pitchFamily="34" charset="0"/>
              <a:sym typeface="Merriweather"/>
            </a:endParaRPr>
          </a:p>
        </p:txBody>
      </p:sp>
      <p:sp>
        <p:nvSpPr>
          <p:cNvPr id="3" name="TextBox 2"/>
          <p:cNvSpPr txBox="1"/>
          <p:nvPr/>
        </p:nvSpPr>
        <p:spPr>
          <a:xfrm>
            <a:off x="5219993" y="4823291"/>
            <a:ext cx="1752006" cy="400110"/>
          </a:xfrm>
          <a:prstGeom prst="rect">
            <a:avLst/>
          </a:prstGeom>
          <a:noFill/>
        </p:spPr>
        <p:txBody>
          <a:bodyPr wrap="square" rtlCol="0">
            <a:spAutoFit/>
          </a:bodyPr>
          <a:lstStyle/>
          <a:p>
            <a:r>
              <a:rPr lang="en-GB" sz="2000" b="1" dirty="0">
                <a:solidFill>
                  <a:schemeClr val="bg1"/>
                </a:solidFill>
                <a:latin typeface="Aptos" panose="020B0004020202020204" pitchFamily="34" charset="0"/>
              </a:rPr>
              <a:t>October 2026</a:t>
            </a:r>
          </a:p>
        </p:txBody>
      </p:sp>
      <p:cxnSp>
        <p:nvCxnSpPr>
          <p:cNvPr id="5" name="Shape 143">
            <a:extLst>
              <a:ext uri="{FF2B5EF4-FFF2-40B4-BE49-F238E27FC236}">
                <a16:creationId xmlns:a16="http://schemas.microsoft.com/office/drawing/2014/main" id="{FDA9D3D2-41CB-1B35-5FE2-08BB1ECC1B1B}"/>
              </a:ext>
            </a:extLst>
          </p:cNvPr>
          <p:cNvCxnSpPr>
            <a:cxnSpLocks/>
          </p:cNvCxnSpPr>
          <p:nvPr/>
        </p:nvCxnSpPr>
        <p:spPr>
          <a:xfrm>
            <a:off x="5062862" y="3490432"/>
            <a:ext cx="1995791" cy="0"/>
          </a:xfrm>
          <a:prstGeom prst="straightConnector1">
            <a:avLst/>
          </a:prstGeom>
          <a:noFill/>
          <a:ln w="38100" cap="flat" cmpd="sng">
            <a:solidFill>
              <a:srgbClr val="FFFFFF"/>
            </a:solidFill>
            <a:prstDash val="solid"/>
            <a:round/>
            <a:headEnd type="none" w="lg" len="lg"/>
            <a:tailEnd type="none" w="lg" len="lg"/>
          </a:ln>
        </p:spPr>
      </p:cxnSp>
      <p:sp>
        <p:nvSpPr>
          <p:cNvPr id="6" name="Shape 144">
            <a:extLst>
              <a:ext uri="{FF2B5EF4-FFF2-40B4-BE49-F238E27FC236}">
                <a16:creationId xmlns:a16="http://schemas.microsoft.com/office/drawing/2014/main" id="{1F3066EF-B601-07B4-2C33-E66B9D7F3537}"/>
              </a:ext>
            </a:extLst>
          </p:cNvPr>
          <p:cNvSpPr txBox="1"/>
          <p:nvPr/>
        </p:nvSpPr>
        <p:spPr>
          <a:xfrm>
            <a:off x="4826936" y="3498255"/>
            <a:ext cx="2503870" cy="624085"/>
          </a:xfrm>
          <a:prstGeom prst="rect">
            <a:avLst/>
          </a:prstGeom>
          <a:noFill/>
          <a:ln>
            <a:noFill/>
          </a:ln>
        </p:spPr>
        <p:txBody>
          <a:bodyPr wrap="square" lIns="121897" tIns="121897" rIns="121897" bIns="121897" anchor="t" anchorCtr="0">
            <a:noAutofit/>
          </a:bodyPr>
          <a:lstStyle/>
          <a:p>
            <a:pPr algn="ctr"/>
            <a:r>
              <a:rPr lang="en-US" sz="2400" b="1" dirty="0">
                <a:solidFill>
                  <a:srgbClr val="FFFFFF"/>
                </a:solidFill>
                <a:latin typeface="Arial"/>
                <a:ea typeface="Roboto"/>
                <a:cs typeface="Arial"/>
                <a:sym typeface="Roboto"/>
              </a:rPr>
              <a:t>C. Edson Utazi</a:t>
            </a:r>
            <a:endParaRPr lang="en-US" sz="2400" i="1" dirty="0">
              <a:solidFill>
                <a:srgbClr val="FFFFFF"/>
              </a:solidFill>
              <a:latin typeface="Arial"/>
              <a:ea typeface="Roboto"/>
              <a:cs typeface="Arial"/>
            </a:endParaRPr>
          </a:p>
        </p:txBody>
      </p:sp>
      <p:pic>
        <p:nvPicPr>
          <p:cNvPr id="8" name="object 3">
            <a:extLst>
              <a:ext uri="{FF2B5EF4-FFF2-40B4-BE49-F238E27FC236}">
                <a16:creationId xmlns:a16="http://schemas.microsoft.com/office/drawing/2014/main" id="{E5F3DA5B-39A7-A5A5-BBA1-8F35C3552399}"/>
              </a:ext>
            </a:extLst>
          </p:cNvPr>
          <p:cNvPicPr/>
          <p:nvPr/>
        </p:nvPicPr>
        <p:blipFill>
          <a:blip r:embed="rId4" cstate="print"/>
          <a:stretch>
            <a:fillRect/>
          </a:stretch>
        </p:blipFill>
        <p:spPr>
          <a:xfrm>
            <a:off x="655710" y="5821569"/>
            <a:ext cx="2047296" cy="505410"/>
          </a:xfrm>
          <a:prstGeom prst="rect">
            <a:avLst/>
          </a:prstGeom>
        </p:spPr>
      </p:pic>
      <p:pic>
        <p:nvPicPr>
          <p:cNvPr id="11" name="Picture 10" descr="CISON - Chartered Institute of Statisticians of Nigeria | Chartered Institute of Statisticians of Nigeria (CISON)">
            <a:extLst>
              <a:ext uri="{FF2B5EF4-FFF2-40B4-BE49-F238E27FC236}">
                <a16:creationId xmlns:a16="http://schemas.microsoft.com/office/drawing/2014/main" id="{161D8255-E77E-E6A5-5C49-0DD9193D47B2}"/>
              </a:ext>
            </a:extLst>
          </p:cNvPr>
          <p:cNvPicPr>
            <a:picLocks noChangeAspect="1"/>
          </p:cNvPicPr>
          <p:nvPr/>
        </p:nvPicPr>
        <p:blipFill>
          <a:blip r:embed="rId5"/>
          <a:stretch>
            <a:fillRect/>
          </a:stretch>
        </p:blipFill>
        <p:spPr>
          <a:xfrm>
            <a:off x="5688346" y="5739921"/>
            <a:ext cx="781049" cy="710627"/>
          </a:xfrm>
          <a:prstGeom prst="rect">
            <a:avLst/>
          </a:prstGeom>
        </p:spPr>
      </p:pic>
      <p:pic>
        <p:nvPicPr>
          <p:cNvPr id="13" name="Picture 12" descr="University of Southampton Vector Logo | Free Download - (.SVG + .PNG)  format - SeekVectorLogo.Com">
            <a:extLst>
              <a:ext uri="{FF2B5EF4-FFF2-40B4-BE49-F238E27FC236}">
                <a16:creationId xmlns:a16="http://schemas.microsoft.com/office/drawing/2014/main" id="{30FB8309-0730-3A60-70FC-719AB053A0E8}"/>
              </a:ext>
            </a:extLst>
          </p:cNvPr>
          <p:cNvPicPr>
            <a:picLocks noChangeAspect="1"/>
          </p:cNvPicPr>
          <p:nvPr/>
        </p:nvPicPr>
        <p:blipFill>
          <a:blip r:embed="rId6"/>
          <a:srcRect t="30908" b="31538"/>
          <a:stretch>
            <a:fillRect/>
          </a:stretch>
        </p:blipFill>
        <p:spPr>
          <a:xfrm>
            <a:off x="8778240" y="5740195"/>
            <a:ext cx="2858085" cy="596281"/>
          </a:xfrm>
          <a:prstGeom prst="rect">
            <a:avLst/>
          </a:prstGeom>
        </p:spPr>
      </p:pic>
      <p:sp>
        <p:nvSpPr>
          <p:cNvPr id="4" name="TextBox 3">
            <a:extLst>
              <a:ext uri="{FF2B5EF4-FFF2-40B4-BE49-F238E27FC236}">
                <a16:creationId xmlns:a16="http://schemas.microsoft.com/office/drawing/2014/main" id="{9E7B2A5B-734E-5C90-D884-F5E9B3460550}"/>
              </a:ext>
            </a:extLst>
          </p:cNvPr>
          <p:cNvSpPr txBox="1"/>
          <p:nvPr/>
        </p:nvSpPr>
        <p:spPr>
          <a:xfrm>
            <a:off x="1278189" y="1929884"/>
            <a:ext cx="9635614" cy="461665"/>
          </a:xfrm>
          <a:prstGeom prst="rect">
            <a:avLst/>
          </a:prstGeom>
          <a:noFill/>
        </p:spPr>
        <p:txBody>
          <a:bodyPr wrap="square" rtlCol="0">
            <a:spAutoFit/>
          </a:bodyPr>
          <a:lstStyle/>
          <a:p>
            <a:pPr algn="ctr"/>
            <a:r>
              <a:rPr lang="en-GB" sz="2400" b="1" dirty="0">
                <a:solidFill>
                  <a:schemeClr val="bg1"/>
                </a:solidFill>
              </a:rPr>
              <a:t>(Spatial and spatiotemporal analysis using the INLA-SPDE approach)</a:t>
            </a:r>
          </a:p>
        </p:txBody>
      </p:sp>
    </p:spTree>
    <p:extLst>
      <p:ext uri="{BB962C8B-B14F-4D97-AF65-F5344CB8AC3E}">
        <p14:creationId xmlns:p14="http://schemas.microsoft.com/office/powerpoint/2010/main" val="5878616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A1BB0-054C-9FD7-C1D9-B4774DEE6A72}"/>
              </a:ext>
            </a:extLst>
          </p:cNvPr>
          <p:cNvSpPr>
            <a:spLocks noGrp="1"/>
          </p:cNvSpPr>
          <p:nvPr>
            <p:ph type="title"/>
          </p:nvPr>
        </p:nvSpPr>
        <p:spPr>
          <a:xfrm>
            <a:off x="287593" y="0"/>
            <a:ext cx="10515600" cy="786581"/>
          </a:xfrm>
        </p:spPr>
        <p:txBody>
          <a:bodyPr>
            <a:normAutofit/>
          </a:bodyPr>
          <a:lstStyle/>
          <a:p>
            <a:r>
              <a:rPr lang="en-GB" sz="4000" b="1" dirty="0">
                <a:solidFill>
                  <a:schemeClr val="bg1"/>
                </a:solidFill>
                <a:latin typeface="+mn-lt"/>
              </a:rPr>
              <a:t>Learning objectives</a:t>
            </a:r>
          </a:p>
        </p:txBody>
      </p:sp>
      <p:sp>
        <p:nvSpPr>
          <p:cNvPr id="3" name="Content Placeholder 2">
            <a:extLst>
              <a:ext uri="{FF2B5EF4-FFF2-40B4-BE49-F238E27FC236}">
                <a16:creationId xmlns:a16="http://schemas.microsoft.com/office/drawing/2014/main" id="{F0E0223C-D306-F5A8-AD34-8F0F57C17BB6}"/>
              </a:ext>
            </a:extLst>
          </p:cNvPr>
          <p:cNvSpPr>
            <a:spLocks noGrp="1"/>
          </p:cNvSpPr>
          <p:nvPr>
            <p:ph idx="1"/>
          </p:nvPr>
        </p:nvSpPr>
        <p:spPr>
          <a:xfrm>
            <a:off x="494071" y="1510992"/>
            <a:ext cx="10515600" cy="4761990"/>
          </a:xfrm>
        </p:spPr>
        <p:txBody>
          <a:bodyPr>
            <a:noAutofit/>
          </a:bodyPr>
          <a:lstStyle/>
          <a:p>
            <a:pPr marL="0" indent="0">
              <a:buNone/>
            </a:pPr>
            <a:r>
              <a:rPr lang="en-GB" sz="2400" dirty="0"/>
              <a:t>At the end of this session, you will be able to:</a:t>
            </a:r>
          </a:p>
          <a:p>
            <a:pPr lvl="0"/>
            <a:r>
              <a:rPr lang="en-GB" sz="2400" dirty="0"/>
              <a:t>Describe the structure of geostatistical models, including the observation model, linear predictor and latent spatial or spatiotemporal random effects.</a:t>
            </a:r>
          </a:p>
          <a:p>
            <a:pPr lvl="0"/>
            <a:r>
              <a:rPr lang="en-GB" sz="2400" dirty="0"/>
              <a:t>Explain how spatial and spatiotemporal dependence is characterised in geostatistical models.</a:t>
            </a:r>
          </a:p>
          <a:p>
            <a:pPr lvl="0"/>
            <a:r>
              <a:rPr lang="en-GB" sz="2400" dirty="0"/>
              <a:t>Explain the INLA-SPDE approach for approximating continuous spatial random fields and fitting Bayesian geostatistical models.</a:t>
            </a:r>
          </a:p>
          <a:p>
            <a:pPr lvl="0"/>
            <a:r>
              <a:rPr lang="en-GB" sz="2400" dirty="0"/>
              <a:t>Evaluate geostatistical model performance using appropriate diagnostic tools, model comparison criteria and validation techniques.</a:t>
            </a:r>
          </a:p>
          <a:p>
            <a:pPr lvl="0"/>
            <a:r>
              <a:rPr lang="en-GB" sz="2400" dirty="0"/>
              <a:t>Apply Bayesian spatial and spatiotemporal geostatistical models to real-world data using the </a:t>
            </a:r>
            <a:r>
              <a:rPr lang="en-GB" sz="2400" dirty="0" err="1"/>
              <a:t>inlabru</a:t>
            </a:r>
            <a:r>
              <a:rPr lang="en-GB" sz="2400" dirty="0"/>
              <a:t> R package, including spatial prediction and uncertainty quantification.</a:t>
            </a:r>
          </a:p>
        </p:txBody>
      </p:sp>
    </p:spTree>
    <p:extLst>
      <p:ext uri="{BB962C8B-B14F-4D97-AF65-F5344CB8AC3E}">
        <p14:creationId xmlns:p14="http://schemas.microsoft.com/office/powerpoint/2010/main" val="16848153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1A23B-70D8-DCC4-DA14-C8FD2261571F}"/>
              </a:ext>
            </a:extLst>
          </p:cNvPr>
          <p:cNvSpPr>
            <a:spLocks noGrp="1"/>
          </p:cNvSpPr>
          <p:nvPr>
            <p:ph type="title"/>
          </p:nvPr>
        </p:nvSpPr>
        <p:spPr>
          <a:xfrm>
            <a:off x="277762" y="0"/>
            <a:ext cx="10515600" cy="681037"/>
          </a:xfrm>
        </p:spPr>
        <p:txBody>
          <a:bodyPr>
            <a:normAutofit fontScale="90000"/>
          </a:bodyPr>
          <a:lstStyle/>
          <a:p>
            <a:r>
              <a:rPr lang="en-GB" b="1" dirty="0">
                <a:solidFill>
                  <a:schemeClr val="bg1"/>
                </a:solidFill>
                <a:latin typeface="+mn-lt"/>
              </a:rPr>
              <a:t>Model specification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E8DFDF4-72FC-DCAF-F612-6A9A60C3951A}"/>
                  </a:ext>
                </a:extLst>
              </p:cNvPr>
              <p:cNvSpPr>
                <a:spLocks noGrp="1"/>
              </p:cNvSpPr>
              <p:nvPr>
                <p:ph idx="1"/>
              </p:nvPr>
            </p:nvSpPr>
            <p:spPr>
              <a:xfrm>
                <a:off x="838200" y="1599484"/>
                <a:ext cx="10515600" cy="3768929"/>
              </a:xfrm>
            </p:spPr>
            <p:txBody>
              <a:bodyPr/>
              <a:lstStyle/>
              <a:p>
                <a:r>
                  <a:rPr lang="en-GB" dirty="0"/>
                  <a:t>We denote spatial location using </a:t>
                </a:r>
                <a14:m>
                  <m:oMath xmlns:m="http://schemas.openxmlformats.org/officeDocument/2006/math">
                    <m:r>
                      <a:rPr lang="en-GB" b="1" i="1" smtClean="0">
                        <a:latin typeface="Cambria Math" panose="02040503050406030204" pitchFamily="18" charset="0"/>
                      </a:rPr>
                      <m:t>𝒔</m:t>
                    </m:r>
                  </m:oMath>
                </a14:m>
                <a:r>
                  <a:rPr lang="en-GB" b="1" dirty="0"/>
                  <a:t> </a:t>
                </a:r>
                <a:r>
                  <a:rPr lang="en-GB" dirty="0"/>
                  <a:t>– usually the longitude and latitude coordinates or the northing and easting coordinates</a:t>
                </a:r>
              </a:p>
              <a:p>
                <a:r>
                  <a:rPr lang="en-GB" dirty="0"/>
                  <a:t>We also denote the study area (e.g., a country) using </a:t>
                </a:r>
                <a14:m>
                  <m:oMath xmlns:m="http://schemas.openxmlformats.org/officeDocument/2006/math">
                    <m:r>
                      <a:rPr lang="en-GB" b="0" i="1" smtClean="0">
                        <a:latin typeface="Cambria Math" panose="02040503050406030204" pitchFamily="18" charset="0"/>
                      </a:rPr>
                      <m:t>𝐷</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𝑅</m:t>
                        </m:r>
                      </m:e>
                      <m:sup>
                        <m:r>
                          <a:rPr lang="en-GB" b="0" i="1" smtClean="0">
                            <a:latin typeface="Cambria Math" panose="02040503050406030204" pitchFamily="18" charset="0"/>
                          </a:rPr>
                          <m:t>𝑑</m:t>
                        </m:r>
                      </m:sup>
                    </m:sSup>
                  </m:oMath>
                </a14:m>
                <a:r>
                  <a:rPr lang="en-GB" dirty="0">
                    <a:latin typeface="Merriweather"/>
                  </a:rPr>
                  <a:t> </a:t>
                </a:r>
                <a14:m>
                  <m:oMath xmlns:m="http://schemas.openxmlformats.org/officeDocument/2006/math">
                    <m:r>
                      <a:rPr lang="en-GB" b="0" i="0" dirty="0" smtClean="0">
                        <a:latin typeface="Cambria Math" panose="02040503050406030204" pitchFamily="18" charset="0"/>
                      </a:rPr>
                      <m:t>(</m:t>
                    </m:r>
                    <m:r>
                      <m:rPr>
                        <m:sty m:val="p"/>
                      </m:rPr>
                      <a:rPr lang="en-GB" b="0" i="0" dirty="0" smtClean="0">
                        <a:latin typeface="Cambria Math" panose="02040503050406030204" pitchFamily="18" charset="0"/>
                      </a:rPr>
                      <m:t>so</m:t>
                    </m:r>
                    <m:r>
                      <a:rPr lang="en-GB" b="0" i="0" dirty="0" smtClean="0">
                        <a:latin typeface="Cambria Math" panose="02040503050406030204" pitchFamily="18" charset="0"/>
                      </a:rPr>
                      <m:t>, </m:t>
                    </m:r>
                    <m:r>
                      <a:rPr lang="en-GB" b="1" i="1" dirty="0" smtClean="0">
                        <a:latin typeface="Cambria Math" panose="02040503050406030204" pitchFamily="18" charset="0"/>
                      </a:rPr>
                      <m:t>𝒔</m:t>
                    </m:r>
                    <m:r>
                      <a:rPr lang="en-GB" b="0" i="1" dirty="0" smtClean="0">
                        <a:latin typeface="Cambria Math" panose="02040503050406030204" pitchFamily="18" charset="0"/>
                      </a:rPr>
                      <m:t>∈</m:t>
                    </m:r>
                    <m:r>
                      <a:rPr lang="en-GB" b="0" i="1" dirty="0" smtClean="0">
                        <a:latin typeface="Cambria Math" panose="02040503050406030204" pitchFamily="18" charset="0"/>
                      </a:rPr>
                      <m:t>𝐷</m:t>
                    </m:r>
                    <m:r>
                      <a:rPr lang="en-GB" b="0" i="1" dirty="0" smtClean="0">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𝑅</m:t>
                        </m:r>
                      </m:e>
                      <m:sup>
                        <m:r>
                          <a:rPr lang="en-GB" i="1">
                            <a:latin typeface="Cambria Math" panose="02040503050406030204" pitchFamily="18" charset="0"/>
                          </a:rPr>
                          <m:t>𝑑</m:t>
                        </m:r>
                      </m:sup>
                    </m:sSup>
                    <m:r>
                      <a:rPr lang="en-GB" b="0" i="1" smtClean="0">
                        <a:latin typeface="Cambria Math" panose="02040503050406030204" pitchFamily="18" charset="0"/>
                      </a:rPr>
                      <m:t>)</m:t>
                    </m:r>
                  </m:oMath>
                </a14:m>
                <a:endParaRPr lang="en-GB" dirty="0"/>
              </a:p>
              <a:p>
                <a:r>
                  <a:rPr lang="en-GB" dirty="0"/>
                  <a:t>Let </a:t>
                </a:r>
                <a14:m>
                  <m:oMath xmlns:m="http://schemas.openxmlformats.org/officeDocument/2006/math">
                    <m:r>
                      <a:rPr lang="en-GB" b="0" i="0" smtClean="0">
                        <a:latin typeface="Cambria Math" panose="02040503050406030204" pitchFamily="18" charset="0"/>
                      </a:rPr>
                      <m:t>{</m:t>
                    </m:r>
                    <m:r>
                      <a:rPr lang="en-GB" b="0" i="1" smtClean="0">
                        <a:latin typeface="Cambria Math" panose="02040503050406030204" pitchFamily="18" charset="0"/>
                      </a:rPr>
                      <m:t>𝑌</m:t>
                    </m:r>
                    <m:d>
                      <m:dPr>
                        <m:ctrlPr>
                          <a:rPr lang="en-GB" b="1" i="1" smtClean="0">
                            <a:latin typeface="Cambria Math" panose="02040503050406030204" pitchFamily="18" charset="0"/>
                          </a:rPr>
                        </m:ctrlPr>
                      </m:dPr>
                      <m:e>
                        <m:r>
                          <a:rPr lang="en-GB" b="1" i="1" smtClean="0">
                            <a:latin typeface="Cambria Math" panose="02040503050406030204" pitchFamily="18" charset="0"/>
                          </a:rPr>
                          <m:t>𝒔</m:t>
                        </m:r>
                      </m:e>
                    </m:d>
                    <m:r>
                      <a:rPr lang="en-GB" b="0" i="1" smtClean="0">
                        <a:latin typeface="Cambria Math" panose="02040503050406030204" pitchFamily="18" charset="0"/>
                      </a:rPr>
                      <m:t>, </m:t>
                    </m:r>
                    <m:r>
                      <a:rPr lang="en-GB" b="1" i="1" dirty="0" smtClean="0">
                        <a:latin typeface="Cambria Math" panose="02040503050406030204" pitchFamily="18" charset="0"/>
                      </a:rPr>
                      <m:t>𝒔</m:t>
                    </m:r>
                    <m:r>
                      <a:rPr lang="en-GB" b="0" i="1" dirty="0" smtClean="0">
                        <a:latin typeface="Cambria Math" panose="02040503050406030204" pitchFamily="18" charset="0"/>
                      </a:rPr>
                      <m:t>∈</m:t>
                    </m:r>
                    <m:r>
                      <a:rPr lang="en-GB" b="0" i="1" dirty="0" smtClean="0">
                        <a:latin typeface="Cambria Math" panose="02040503050406030204" pitchFamily="18" charset="0"/>
                      </a:rPr>
                      <m:t>𝐷</m:t>
                    </m:r>
                    <m:r>
                      <a:rPr lang="en-GB" b="0" i="1" dirty="0" smtClean="0">
                        <a:latin typeface="Cambria Math" panose="02040503050406030204" pitchFamily="18" charset="0"/>
                      </a:rPr>
                      <m:t>}</m:t>
                    </m:r>
                  </m:oMath>
                </a14:m>
                <a:r>
                  <a:rPr lang="en-GB" dirty="0"/>
                  <a:t> denote the stochastic process of interest and </a:t>
                </a:r>
                <a14:m>
                  <m:oMath xmlns:m="http://schemas.openxmlformats.org/officeDocument/2006/math">
                    <m:r>
                      <a:rPr lang="en-GB" b="0" i="1" smtClean="0">
                        <a:latin typeface="Cambria Math" panose="02040503050406030204" pitchFamily="18" charset="0"/>
                      </a:rPr>
                      <m:t>{</m:t>
                    </m:r>
                    <m:r>
                      <a:rPr lang="en-GB" b="0" i="1" smtClean="0">
                        <a:latin typeface="Cambria Math" panose="02040503050406030204" pitchFamily="18" charset="0"/>
                      </a:rPr>
                      <m:t>𝑦</m:t>
                    </m:r>
                    <m:d>
                      <m:dPr>
                        <m:ctrlPr>
                          <a:rPr lang="en-GB" b="1" i="1" smtClean="0">
                            <a:latin typeface="Cambria Math" panose="02040503050406030204" pitchFamily="18" charset="0"/>
                          </a:rPr>
                        </m:ctrlPr>
                      </m:dPr>
                      <m:e>
                        <m:r>
                          <a:rPr lang="en-GB" b="1" i="1" smtClean="0">
                            <a:latin typeface="Cambria Math" panose="02040503050406030204" pitchFamily="18" charset="0"/>
                          </a:rPr>
                          <m:t>𝒔</m:t>
                        </m:r>
                      </m:e>
                    </m:d>
                    <m:r>
                      <a:rPr lang="en-GB" b="0" i="1" smtClean="0">
                        <a:latin typeface="Cambria Math" panose="02040503050406030204" pitchFamily="18" charset="0"/>
                      </a:rPr>
                      <m:t>, </m:t>
                    </m:r>
                    <m:r>
                      <a:rPr lang="en-GB" b="1" i="1" smtClean="0">
                        <a:latin typeface="Cambria Math" panose="02040503050406030204" pitchFamily="18" charset="0"/>
                      </a:rPr>
                      <m:t>𝒔</m:t>
                    </m:r>
                    <m:r>
                      <a:rPr lang="en-GB" b="0" i="1" smtClean="0">
                        <a:latin typeface="Cambria Math" panose="02040503050406030204" pitchFamily="18" charset="0"/>
                      </a:rPr>
                      <m:t>∈</m:t>
                    </m:r>
                    <m:r>
                      <a:rPr lang="en-GB" b="0" i="1" smtClean="0">
                        <a:latin typeface="Cambria Math" panose="02040503050406030204" pitchFamily="18" charset="0"/>
                      </a:rPr>
                      <m:t>𝐷</m:t>
                    </m:r>
                    <m:r>
                      <a:rPr lang="en-GB" b="0" i="1" smtClean="0">
                        <a:latin typeface="Cambria Math" panose="02040503050406030204" pitchFamily="18" charset="0"/>
                      </a:rPr>
                      <m:t>}</m:t>
                    </m:r>
                  </m:oMath>
                </a14:m>
                <a:r>
                  <a:rPr lang="en-GB" dirty="0"/>
                  <a:t> its realisations.</a:t>
                </a:r>
              </a:p>
              <a:p>
                <a:r>
                  <a:rPr lang="en-GB" dirty="0"/>
                  <a:t>For a set of </a:t>
                </a:r>
                <a14:m>
                  <m:oMath xmlns:m="http://schemas.openxmlformats.org/officeDocument/2006/math">
                    <m:r>
                      <a:rPr lang="en-GB" b="0" i="1" smtClean="0">
                        <a:latin typeface="Cambria Math" panose="02040503050406030204" pitchFamily="18" charset="0"/>
                      </a:rPr>
                      <m:t>𝑛</m:t>
                    </m:r>
                    <m:r>
                      <a:rPr lang="en-GB" b="0" i="1" smtClean="0">
                        <a:latin typeface="Cambria Math" panose="02040503050406030204" pitchFamily="18" charset="0"/>
                      </a:rPr>
                      <m:t>(</m:t>
                    </m:r>
                    <m:r>
                      <a:rPr lang="en-GB" b="0" i="1" smtClean="0">
                        <a:latin typeface="Cambria Math" panose="02040503050406030204" pitchFamily="18" charset="0"/>
                      </a:rPr>
                      <m:t>𝑛</m:t>
                    </m:r>
                    <m:r>
                      <a:rPr lang="en-GB" b="0" i="1" smtClean="0">
                        <a:latin typeface="Cambria Math" panose="02040503050406030204" pitchFamily="18" charset="0"/>
                        <a:ea typeface="Cambria Math" panose="02040503050406030204" pitchFamily="18" charset="0"/>
                      </a:rPr>
                      <m:t>≥1</m:t>
                    </m:r>
                    <m:r>
                      <a:rPr lang="en-GB" b="0" i="1" smtClean="0">
                        <a:latin typeface="Cambria Math" panose="02040503050406030204" pitchFamily="18" charset="0"/>
                      </a:rPr>
                      <m:t>)</m:t>
                    </m:r>
                  </m:oMath>
                </a14:m>
                <a:r>
                  <a:rPr lang="en-GB" dirty="0"/>
                  <a:t> locations, we have </a:t>
                </a:r>
                <a14:m>
                  <m:oMath xmlns:m="http://schemas.openxmlformats.org/officeDocument/2006/math">
                    <m:r>
                      <a:rPr lang="en-GB" b="1" i="1" smtClean="0">
                        <a:latin typeface="Cambria Math" panose="02040503050406030204" pitchFamily="18" charset="0"/>
                      </a:rPr>
                      <m:t>𝒀</m:t>
                    </m:r>
                    <m:r>
                      <a:rPr lang="en-GB" b="0" i="0" smtClean="0">
                        <a:latin typeface="Cambria Math" panose="02040503050406030204" pitchFamily="18" charset="0"/>
                      </a:rPr>
                      <m:t>=</m:t>
                    </m:r>
                    <m:sSup>
                      <m:sSupPr>
                        <m:ctrlPr>
                          <a:rPr lang="en-GB" b="0" i="1" smtClean="0">
                            <a:latin typeface="Cambria Math" panose="02040503050406030204" pitchFamily="18" charset="0"/>
                          </a:rPr>
                        </m:ctrlPr>
                      </m:sSupPr>
                      <m:e>
                        <m:d>
                          <m:dPr>
                            <m:begChr m:val="{"/>
                            <m:endChr m:val="}"/>
                            <m:ctrlPr>
                              <a:rPr lang="en-GB" b="0" i="1" smtClean="0">
                                <a:latin typeface="Cambria Math" panose="02040503050406030204" pitchFamily="18" charset="0"/>
                              </a:rPr>
                            </m:ctrlPr>
                          </m:dPr>
                          <m:e>
                            <m:r>
                              <a:rPr lang="en-GB" b="0" i="1" smtClean="0">
                                <a:latin typeface="Cambria Math" panose="02040503050406030204" pitchFamily="18" charset="0"/>
                              </a:rPr>
                              <m:t>𝑌</m:t>
                            </m:r>
                            <m:d>
                              <m:dPr>
                                <m:ctrlPr>
                                  <a:rPr lang="en-GB" b="1" i="1" smtClean="0">
                                    <a:latin typeface="Cambria Math" panose="02040503050406030204" pitchFamily="18" charset="0"/>
                                  </a:rPr>
                                </m:ctrlPr>
                              </m:dPr>
                              <m:e>
                                <m:sSub>
                                  <m:sSubPr>
                                    <m:ctrlPr>
                                      <a:rPr lang="en-GB" b="1" i="1" smtClean="0">
                                        <a:latin typeface="Cambria Math" panose="02040503050406030204" pitchFamily="18" charset="0"/>
                                      </a:rPr>
                                    </m:ctrlPr>
                                  </m:sSubPr>
                                  <m:e>
                                    <m:r>
                                      <a:rPr lang="en-GB" b="1" i="1" smtClean="0">
                                        <a:latin typeface="Cambria Math" panose="02040503050406030204" pitchFamily="18" charset="0"/>
                                      </a:rPr>
                                      <m:t>𝒔</m:t>
                                    </m:r>
                                  </m:e>
                                  <m:sub>
                                    <m:r>
                                      <a:rPr lang="en-GB" b="0" i="1" smtClean="0">
                                        <a:latin typeface="Cambria Math" panose="02040503050406030204" pitchFamily="18" charset="0"/>
                                      </a:rPr>
                                      <m:t>1</m:t>
                                    </m:r>
                                  </m:sub>
                                </m:sSub>
                              </m:e>
                            </m:d>
                            <m:r>
                              <a:rPr lang="en-GB" b="0" i="1" smtClean="0">
                                <a:latin typeface="Cambria Math" panose="02040503050406030204" pitchFamily="18" charset="0"/>
                              </a:rPr>
                              <m:t>,…,</m:t>
                            </m:r>
                            <m:r>
                              <a:rPr lang="en-GB" b="0" i="1" smtClean="0">
                                <a:latin typeface="Cambria Math" panose="02040503050406030204" pitchFamily="18" charset="0"/>
                              </a:rPr>
                              <m:t>𝑌</m:t>
                            </m:r>
                            <m:d>
                              <m:dPr>
                                <m:ctrlPr>
                                  <a:rPr lang="en-GB" b="1" i="1" smtClean="0">
                                    <a:latin typeface="Cambria Math" panose="02040503050406030204" pitchFamily="18" charset="0"/>
                                  </a:rPr>
                                </m:ctrlPr>
                              </m:dPr>
                              <m:e>
                                <m:sSub>
                                  <m:sSubPr>
                                    <m:ctrlPr>
                                      <a:rPr lang="en-GB" b="1" i="1" smtClean="0">
                                        <a:latin typeface="Cambria Math" panose="02040503050406030204" pitchFamily="18" charset="0"/>
                                      </a:rPr>
                                    </m:ctrlPr>
                                  </m:sSubPr>
                                  <m:e>
                                    <m:r>
                                      <a:rPr lang="en-GB" b="1" i="1" smtClean="0">
                                        <a:latin typeface="Cambria Math" panose="02040503050406030204" pitchFamily="18" charset="0"/>
                                      </a:rPr>
                                      <m:t>𝒔</m:t>
                                    </m:r>
                                  </m:e>
                                  <m:sub>
                                    <m:r>
                                      <a:rPr lang="en-GB" b="0" i="1" smtClean="0">
                                        <a:latin typeface="Cambria Math" panose="02040503050406030204" pitchFamily="18" charset="0"/>
                                      </a:rPr>
                                      <m:t>𝑛</m:t>
                                    </m:r>
                                  </m:sub>
                                </m:sSub>
                              </m:e>
                            </m:d>
                          </m:e>
                        </m:d>
                      </m:e>
                      <m:sup>
                        <m:r>
                          <a:rPr lang="en-GB" b="0" i="1" smtClean="0">
                            <a:latin typeface="Cambria Math" panose="02040503050406030204" pitchFamily="18" charset="0"/>
                          </a:rPr>
                          <m:t>𝑇</m:t>
                        </m:r>
                      </m:sup>
                    </m:sSup>
                  </m:oMath>
                </a14:m>
                <a:r>
                  <a:rPr lang="en-GB" dirty="0"/>
                  <a:t> and </a:t>
                </a:r>
                <a14:m>
                  <m:oMath xmlns:m="http://schemas.openxmlformats.org/officeDocument/2006/math">
                    <m:sSup>
                      <m:sSupPr>
                        <m:ctrlPr>
                          <a:rPr lang="en-GB" b="1" i="1" smtClean="0">
                            <a:latin typeface="Cambria Math" panose="02040503050406030204" pitchFamily="18" charset="0"/>
                          </a:rPr>
                        </m:ctrlPr>
                      </m:sSupPr>
                      <m:e>
                        <m:r>
                          <a:rPr lang="en-GB" b="1" i="1" smtClean="0">
                            <a:latin typeface="Cambria Math" panose="02040503050406030204" pitchFamily="18" charset="0"/>
                          </a:rPr>
                          <m:t>𝒚</m:t>
                        </m:r>
                        <m:r>
                          <a:rPr lang="en-GB" b="0" i="1" smtClean="0">
                            <a:latin typeface="Cambria Math" panose="02040503050406030204" pitchFamily="18" charset="0"/>
                          </a:rPr>
                          <m:t>=</m:t>
                        </m:r>
                        <m:d>
                          <m:dPr>
                            <m:begChr m:val="{"/>
                            <m:endChr m:val="}"/>
                            <m:ctrlPr>
                              <a:rPr lang="en-GB" b="0" i="1" smtClean="0">
                                <a:latin typeface="Cambria Math" panose="02040503050406030204" pitchFamily="18" charset="0"/>
                              </a:rPr>
                            </m:ctrlPr>
                          </m:dPr>
                          <m:e>
                            <m:r>
                              <a:rPr lang="en-GB" b="0" i="1" smtClean="0">
                                <a:latin typeface="Cambria Math" panose="02040503050406030204" pitchFamily="18" charset="0"/>
                              </a:rPr>
                              <m:t>𝑦</m:t>
                            </m:r>
                            <m:d>
                              <m:dPr>
                                <m:ctrlPr>
                                  <a:rPr lang="en-GB" b="1" i="1" smtClean="0">
                                    <a:latin typeface="Cambria Math" panose="02040503050406030204" pitchFamily="18" charset="0"/>
                                  </a:rPr>
                                </m:ctrlPr>
                              </m:dPr>
                              <m:e>
                                <m:sSub>
                                  <m:sSubPr>
                                    <m:ctrlPr>
                                      <a:rPr lang="en-GB" b="1" i="1" smtClean="0">
                                        <a:latin typeface="Cambria Math" panose="02040503050406030204" pitchFamily="18" charset="0"/>
                                      </a:rPr>
                                    </m:ctrlPr>
                                  </m:sSubPr>
                                  <m:e>
                                    <m:r>
                                      <a:rPr lang="en-GB" b="1" i="1" smtClean="0">
                                        <a:latin typeface="Cambria Math" panose="02040503050406030204" pitchFamily="18" charset="0"/>
                                      </a:rPr>
                                      <m:t>𝒔</m:t>
                                    </m:r>
                                  </m:e>
                                  <m:sub>
                                    <m:r>
                                      <a:rPr lang="en-GB" b="0" i="1" smtClean="0">
                                        <a:latin typeface="Cambria Math" panose="02040503050406030204" pitchFamily="18" charset="0"/>
                                      </a:rPr>
                                      <m:t>1</m:t>
                                    </m:r>
                                  </m:sub>
                                </m:sSub>
                              </m:e>
                            </m:d>
                            <m:r>
                              <a:rPr lang="en-GB" b="0" i="1" smtClean="0">
                                <a:latin typeface="Cambria Math" panose="02040503050406030204" pitchFamily="18" charset="0"/>
                              </a:rPr>
                              <m:t>,…,</m:t>
                            </m:r>
                            <m:r>
                              <a:rPr lang="en-GB" b="0" i="1" smtClean="0">
                                <a:latin typeface="Cambria Math" panose="02040503050406030204" pitchFamily="18" charset="0"/>
                              </a:rPr>
                              <m:t>𝑦</m:t>
                            </m:r>
                            <m:d>
                              <m:dPr>
                                <m:ctrlPr>
                                  <a:rPr lang="en-GB" b="1" i="1" smtClean="0">
                                    <a:latin typeface="Cambria Math" panose="02040503050406030204" pitchFamily="18" charset="0"/>
                                  </a:rPr>
                                </m:ctrlPr>
                              </m:dPr>
                              <m:e>
                                <m:sSub>
                                  <m:sSubPr>
                                    <m:ctrlPr>
                                      <a:rPr lang="en-GB" b="1" i="1" smtClean="0">
                                        <a:latin typeface="Cambria Math" panose="02040503050406030204" pitchFamily="18" charset="0"/>
                                      </a:rPr>
                                    </m:ctrlPr>
                                  </m:sSubPr>
                                  <m:e>
                                    <m:r>
                                      <a:rPr lang="en-GB" b="1" i="1" smtClean="0">
                                        <a:latin typeface="Cambria Math" panose="02040503050406030204" pitchFamily="18" charset="0"/>
                                      </a:rPr>
                                      <m:t>𝒔</m:t>
                                    </m:r>
                                  </m:e>
                                  <m:sub>
                                    <m:r>
                                      <a:rPr lang="en-GB" b="0" i="1" smtClean="0">
                                        <a:latin typeface="Cambria Math" panose="02040503050406030204" pitchFamily="18" charset="0"/>
                                      </a:rPr>
                                      <m:t>𝑛</m:t>
                                    </m:r>
                                  </m:sub>
                                </m:sSub>
                              </m:e>
                            </m:d>
                          </m:e>
                        </m:d>
                      </m:e>
                      <m:sup>
                        <m:r>
                          <a:rPr lang="en-GB" b="0" i="1" smtClean="0">
                            <a:latin typeface="Cambria Math" panose="02040503050406030204" pitchFamily="18" charset="0"/>
                          </a:rPr>
                          <m:t>𝑇</m:t>
                        </m:r>
                      </m:sup>
                    </m:sSup>
                  </m:oMath>
                </a14:m>
                <a:endParaRPr lang="en-GB" dirty="0"/>
              </a:p>
              <a:p>
                <a:endParaRPr lang="en-GB" dirty="0"/>
              </a:p>
            </p:txBody>
          </p:sp>
        </mc:Choice>
        <mc:Fallback xmlns="">
          <p:sp>
            <p:nvSpPr>
              <p:cNvPr id="3" name="Content Placeholder 2">
                <a:extLst>
                  <a:ext uri="{FF2B5EF4-FFF2-40B4-BE49-F238E27FC236}">
                    <a16:creationId xmlns:a16="http://schemas.microsoft.com/office/drawing/2014/main" id="{4E8DFDF4-72FC-DCAF-F612-6A9A60C3951A}"/>
                  </a:ext>
                </a:extLst>
              </p:cNvPr>
              <p:cNvSpPr>
                <a:spLocks noGrp="1" noRot="1" noChangeAspect="1" noMove="1" noResize="1" noEditPoints="1" noAdjustHandles="1" noChangeArrowheads="1" noChangeShapeType="1" noTextEdit="1"/>
              </p:cNvSpPr>
              <p:nvPr>
                <p:ph idx="1"/>
              </p:nvPr>
            </p:nvSpPr>
            <p:spPr>
              <a:xfrm>
                <a:off x="838200" y="1599484"/>
                <a:ext cx="10515600" cy="3768929"/>
              </a:xfrm>
              <a:blipFill>
                <a:blip r:embed="rId2"/>
                <a:stretch>
                  <a:fillRect l="-1043" t="-2746"/>
                </a:stretch>
              </a:blipFill>
            </p:spPr>
            <p:txBody>
              <a:bodyPr/>
              <a:lstStyle/>
              <a:p>
                <a:r>
                  <a:rPr lang="en-GB">
                    <a:noFill/>
                  </a:rPr>
                  <a:t> </a:t>
                </a:r>
              </a:p>
            </p:txBody>
          </p:sp>
        </mc:Fallback>
      </mc:AlternateContent>
    </p:spTree>
    <p:extLst>
      <p:ext uri="{BB962C8B-B14F-4D97-AF65-F5344CB8AC3E}">
        <p14:creationId xmlns:p14="http://schemas.microsoft.com/office/powerpoint/2010/main" val="3998993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0E14EE2-50EB-855C-5A57-3B816DD758FA}"/>
                  </a:ext>
                </a:extLst>
              </p:cNvPr>
              <p:cNvSpPr>
                <a:spLocks noGrp="1"/>
              </p:cNvSpPr>
              <p:nvPr>
                <p:ph idx="1"/>
              </p:nvPr>
            </p:nvSpPr>
            <p:spPr>
              <a:xfrm>
                <a:off x="838200" y="1451999"/>
                <a:ext cx="10515600" cy="5096284"/>
              </a:xfrm>
            </p:spPr>
            <p:txBody>
              <a:bodyPr>
                <a:normAutofit/>
              </a:bodyPr>
              <a:lstStyle/>
              <a:p>
                <a:r>
                  <a:rPr lang="en-GB" dirty="0"/>
                  <a:t>If we assume that </a:t>
                </a:r>
                <a14:m>
                  <m:oMath xmlns:m="http://schemas.openxmlformats.org/officeDocument/2006/math">
                    <m:r>
                      <a:rPr lang="en-GB" i="1" dirty="0" smtClean="0">
                        <a:latin typeface="Cambria Math" panose="02040503050406030204" pitchFamily="18" charset="0"/>
                      </a:rPr>
                      <m:t>{</m:t>
                    </m:r>
                    <m:r>
                      <a:rPr lang="en-GB" b="0" i="1" smtClean="0">
                        <a:latin typeface="Cambria Math" panose="02040503050406030204" pitchFamily="18" charset="0"/>
                      </a:rPr>
                      <m:t>𝑌</m:t>
                    </m:r>
                    <m:d>
                      <m:dPr>
                        <m:ctrlPr>
                          <a:rPr lang="en-GB" b="1" i="1" smtClean="0">
                            <a:latin typeface="Cambria Math" panose="02040503050406030204" pitchFamily="18" charset="0"/>
                          </a:rPr>
                        </m:ctrlPr>
                      </m:dPr>
                      <m:e>
                        <m:sSub>
                          <m:sSubPr>
                            <m:ctrlPr>
                              <a:rPr lang="en-GB" b="1" i="1" smtClean="0">
                                <a:latin typeface="Cambria Math" panose="02040503050406030204" pitchFamily="18" charset="0"/>
                              </a:rPr>
                            </m:ctrlPr>
                          </m:sSubPr>
                          <m:e>
                            <m:r>
                              <a:rPr lang="en-GB" b="1" i="1" smtClean="0">
                                <a:latin typeface="Cambria Math" panose="02040503050406030204" pitchFamily="18" charset="0"/>
                              </a:rPr>
                              <m:t>𝒔</m:t>
                            </m:r>
                          </m:e>
                          <m:sub>
                            <m:r>
                              <a:rPr lang="en-GB" b="0" i="1" smtClean="0">
                                <a:latin typeface="Cambria Math" panose="02040503050406030204" pitchFamily="18" charset="0"/>
                              </a:rPr>
                              <m:t>1</m:t>
                            </m:r>
                          </m:sub>
                        </m:sSub>
                      </m:e>
                    </m:d>
                    <m:r>
                      <a:rPr lang="en-GB" b="0" i="1" smtClean="0">
                        <a:latin typeface="Cambria Math" panose="02040503050406030204" pitchFamily="18" charset="0"/>
                      </a:rPr>
                      <m:t>,…,</m:t>
                    </m:r>
                    <m:r>
                      <a:rPr lang="en-GB" b="0" i="1" smtClean="0">
                        <a:latin typeface="Cambria Math" panose="02040503050406030204" pitchFamily="18" charset="0"/>
                      </a:rPr>
                      <m:t>𝑌</m:t>
                    </m:r>
                    <m:d>
                      <m:dPr>
                        <m:ctrlPr>
                          <a:rPr lang="en-GB" b="1" i="1" smtClean="0">
                            <a:latin typeface="Cambria Math" panose="02040503050406030204" pitchFamily="18" charset="0"/>
                          </a:rPr>
                        </m:ctrlPr>
                      </m:dPr>
                      <m:e>
                        <m:sSub>
                          <m:sSubPr>
                            <m:ctrlPr>
                              <a:rPr lang="en-GB" b="1" i="1" smtClean="0">
                                <a:latin typeface="Cambria Math" panose="02040503050406030204" pitchFamily="18" charset="0"/>
                              </a:rPr>
                            </m:ctrlPr>
                          </m:sSubPr>
                          <m:e>
                            <m:r>
                              <a:rPr lang="en-GB" b="1" i="1" smtClean="0">
                                <a:latin typeface="Cambria Math" panose="02040503050406030204" pitchFamily="18" charset="0"/>
                              </a:rPr>
                              <m:t>𝒔</m:t>
                            </m:r>
                          </m:e>
                          <m:sub>
                            <m:r>
                              <a:rPr lang="en-GB" b="0" i="1" smtClean="0">
                                <a:latin typeface="Cambria Math" panose="02040503050406030204" pitchFamily="18" charset="0"/>
                              </a:rPr>
                              <m:t>𝑛</m:t>
                            </m:r>
                          </m:sub>
                        </m:sSub>
                      </m:e>
                    </m:d>
                    <m:r>
                      <a:rPr lang="en-GB" b="0" i="1" smtClean="0">
                        <a:latin typeface="Cambria Math" panose="02040503050406030204" pitchFamily="18" charset="0"/>
                      </a:rPr>
                      <m:t>}</m:t>
                    </m:r>
                  </m:oMath>
                </a14:m>
                <a:r>
                  <a:rPr lang="en-GB" dirty="0"/>
                  <a:t> follow a Gaussian distribution, then we can write the model as:</a:t>
                </a:r>
              </a:p>
              <a:p>
                <a:pPr marL="0" indent="0" algn="ctr">
                  <a:buNone/>
                </a:pPr>
                <a14:m>
                  <m:oMath xmlns:m="http://schemas.openxmlformats.org/officeDocument/2006/math">
                    <m:r>
                      <a:rPr lang="en-GB" b="0" i="1" smtClean="0">
                        <a:latin typeface="Cambria Math" panose="02040503050406030204" pitchFamily="18" charset="0"/>
                      </a:rPr>
                      <m:t>𝑌</m:t>
                    </m:r>
                    <m:d>
                      <m:dPr>
                        <m:ctrlPr>
                          <a:rPr lang="en-GB" b="1" i="1" smtClean="0">
                            <a:latin typeface="Cambria Math" panose="02040503050406030204" pitchFamily="18" charset="0"/>
                          </a:rPr>
                        </m:ctrlPr>
                      </m:dPr>
                      <m:e>
                        <m:sSub>
                          <m:sSubPr>
                            <m:ctrlPr>
                              <a:rPr lang="en-GB" b="1" i="1" smtClean="0">
                                <a:latin typeface="Cambria Math" panose="02040503050406030204" pitchFamily="18" charset="0"/>
                              </a:rPr>
                            </m:ctrlPr>
                          </m:sSubPr>
                          <m:e>
                            <m:r>
                              <a:rPr lang="en-GB" b="1" i="1" smtClean="0">
                                <a:latin typeface="Cambria Math" panose="02040503050406030204" pitchFamily="18" charset="0"/>
                              </a:rPr>
                              <m:t>𝒔</m:t>
                            </m:r>
                          </m:e>
                          <m:sub>
                            <m:r>
                              <a:rPr lang="en-GB" b="0" i="1" smtClean="0">
                                <a:latin typeface="Cambria Math" panose="02040503050406030204" pitchFamily="18" charset="0"/>
                              </a:rPr>
                              <m:t>𝑖</m:t>
                            </m:r>
                          </m:sub>
                        </m:sSub>
                      </m:e>
                    </m:d>
                    <m:r>
                      <a:rPr lang="en-GB" b="0" i="1" smtClean="0">
                        <a:latin typeface="Cambria Math" panose="02040503050406030204" pitchFamily="18" charset="0"/>
                      </a:rPr>
                      <m:t>=</m:t>
                    </m:r>
                  </m:oMath>
                </a14:m>
                <a:r>
                  <a:rPr lang="en-GB" b="1" dirty="0"/>
                  <a:t> </a:t>
                </a:r>
                <a14:m>
                  <m:oMath xmlns:m="http://schemas.openxmlformats.org/officeDocument/2006/math">
                    <m:r>
                      <a:rPr lang="en-GB" b="1" i="1" smtClean="0">
                        <a:latin typeface="Cambria Math" panose="02040503050406030204" pitchFamily="18" charset="0"/>
                      </a:rPr>
                      <m:t>𝐱</m:t>
                    </m:r>
                    <m:sSup>
                      <m:sSupPr>
                        <m:ctrlPr>
                          <a:rPr lang="en-GB" b="1" i="1">
                            <a:latin typeface="Cambria Math" panose="02040503050406030204" pitchFamily="18" charset="0"/>
                          </a:rPr>
                        </m:ctrlPr>
                      </m:sSupPr>
                      <m:e>
                        <m:d>
                          <m:dPr>
                            <m:ctrlPr>
                              <a:rPr lang="en-GB" b="1" i="1">
                                <a:latin typeface="Cambria Math" panose="02040503050406030204" pitchFamily="18" charset="0"/>
                              </a:rPr>
                            </m:ctrlPr>
                          </m:dPr>
                          <m:e>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i="1">
                                    <a:latin typeface="Cambria Math" panose="02040503050406030204" pitchFamily="18" charset="0"/>
                                  </a:rPr>
                                  <m:t>𝑖</m:t>
                                </m:r>
                              </m:sub>
                            </m:sSub>
                          </m:e>
                        </m:d>
                      </m:e>
                      <m:sup>
                        <m:r>
                          <a:rPr lang="en-GB" b="0" i="1" smtClean="0">
                            <a:latin typeface="Cambria Math" panose="02040503050406030204" pitchFamily="18" charset="0"/>
                          </a:rPr>
                          <m:t>𝑇</m:t>
                        </m:r>
                      </m:sup>
                    </m:sSup>
                    <m:r>
                      <a:rPr lang="en-GB" b="1" i="1">
                        <a:latin typeface="Cambria Math" panose="02040503050406030204" pitchFamily="18" charset="0"/>
                      </a:rPr>
                      <m:t>𝜷</m:t>
                    </m:r>
                    <m:r>
                      <a:rPr lang="en-GB" b="1" i="1" smtClean="0">
                        <a:latin typeface="Cambria Math" panose="02040503050406030204" pitchFamily="18" charset="0"/>
                      </a:rPr>
                      <m:t>+</m:t>
                    </m:r>
                    <m:r>
                      <a:rPr lang="en-GB" b="0" i="1" smtClean="0">
                        <a:latin typeface="Cambria Math" panose="02040503050406030204" pitchFamily="18" charset="0"/>
                      </a:rPr>
                      <m:t>𝑍</m:t>
                    </m:r>
                    <m:d>
                      <m:dPr>
                        <m:ctrlPr>
                          <a:rPr lang="en-GB" b="1" i="1" smtClean="0">
                            <a:latin typeface="Cambria Math" panose="02040503050406030204" pitchFamily="18" charset="0"/>
                          </a:rPr>
                        </m:ctrlPr>
                      </m:dPr>
                      <m:e>
                        <m:sSub>
                          <m:sSubPr>
                            <m:ctrlPr>
                              <a:rPr lang="en-GB" b="1" i="1" smtClean="0">
                                <a:latin typeface="Cambria Math" panose="02040503050406030204" pitchFamily="18" charset="0"/>
                              </a:rPr>
                            </m:ctrlPr>
                          </m:sSubPr>
                          <m:e>
                            <m:r>
                              <a:rPr lang="en-GB" b="1" i="1" smtClean="0">
                                <a:latin typeface="Cambria Math" panose="02040503050406030204" pitchFamily="18" charset="0"/>
                              </a:rPr>
                              <m:t>𝒔</m:t>
                            </m:r>
                          </m:e>
                          <m:sub>
                            <m:r>
                              <a:rPr lang="en-GB" b="0" i="1" smtClean="0">
                                <a:latin typeface="Cambria Math" panose="02040503050406030204" pitchFamily="18" charset="0"/>
                              </a:rPr>
                              <m:t>𝑖</m:t>
                            </m:r>
                          </m:sub>
                        </m:sSub>
                      </m:e>
                    </m:d>
                    <m:r>
                      <a:rPr lang="en-GB" b="1" i="1" smtClean="0">
                        <a:latin typeface="Cambria Math" panose="02040503050406030204" pitchFamily="18" charset="0"/>
                      </a:rPr>
                      <m:t>+</m:t>
                    </m:r>
                    <m:r>
                      <a:rPr lang="en-GB" b="0" i="1" smtClean="0">
                        <a:latin typeface="Cambria Math" panose="02040503050406030204" pitchFamily="18" charset="0"/>
                      </a:rPr>
                      <m:t>𝜖</m:t>
                    </m:r>
                    <m:d>
                      <m:dPr>
                        <m:ctrlPr>
                          <a:rPr lang="en-GB" b="1" i="1" smtClean="0">
                            <a:latin typeface="Cambria Math" panose="02040503050406030204" pitchFamily="18" charset="0"/>
                          </a:rPr>
                        </m:ctrlPr>
                      </m:dPr>
                      <m:e>
                        <m:sSub>
                          <m:sSubPr>
                            <m:ctrlPr>
                              <a:rPr lang="en-GB" b="1" i="1" smtClean="0">
                                <a:latin typeface="Cambria Math" panose="02040503050406030204" pitchFamily="18" charset="0"/>
                              </a:rPr>
                            </m:ctrlPr>
                          </m:sSubPr>
                          <m:e>
                            <m:r>
                              <a:rPr lang="en-GB" b="1" i="1" smtClean="0">
                                <a:latin typeface="Cambria Math" panose="02040503050406030204" pitchFamily="18" charset="0"/>
                              </a:rPr>
                              <m:t>𝒔</m:t>
                            </m:r>
                          </m:e>
                          <m:sub>
                            <m:r>
                              <a:rPr lang="en-GB" b="0" i="1" smtClean="0">
                                <a:latin typeface="Cambria Math" panose="02040503050406030204" pitchFamily="18" charset="0"/>
                              </a:rPr>
                              <m:t>𝑖</m:t>
                            </m:r>
                          </m:sub>
                        </m:sSub>
                      </m:e>
                    </m:d>
                  </m:oMath>
                </a14:m>
                <a:r>
                  <a:rPr lang="en-GB" dirty="0"/>
                  <a:t>, 		(1)</a:t>
                </a:r>
              </a:p>
              <a:p>
                <a:pPr marL="0" indent="0">
                  <a:buNone/>
                </a:pPr>
                <a:r>
                  <a:rPr lang="en-GB" dirty="0"/>
                  <a:t>where </a:t>
                </a:r>
              </a:p>
              <a:p>
                <a:pPr lvl="1"/>
                <a14:m>
                  <m:oMath xmlns:m="http://schemas.openxmlformats.org/officeDocument/2006/math">
                    <m:r>
                      <a:rPr lang="en-GB" sz="2600" b="1" i="1" smtClean="0">
                        <a:latin typeface="Cambria Math" panose="02040503050406030204" pitchFamily="18" charset="0"/>
                      </a:rPr>
                      <m:t>𝐱</m:t>
                    </m:r>
                    <m:d>
                      <m:dPr>
                        <m:ctrlPr>
                          <a:rPr lang="en-GB" sz="2600" b="1" i="1" smtClean="0">
                            <a:latin typeface="Cambria Math" panose="02040503050406030204" pitchFamily="18" charset="0"/>
                          </a:rPr>
                        </m:ctrlPr>
                      </m:dPr>
                      <m:e>
                        <m:sSub>
                          <m:sSubPr>
                            <m:ctrlPr>
                              <a:rPr lang="en-GB" sz="2600" b="1" i="1" smtClean="0">
                                <a:latin typeface="Cambria Math" panose="02040503050406030204" pitchFamily="18" charset="0"/>
                              </a:rPr>
                            </m:ctrlPr>
                          </m:sSubPr>
                          <m:e>
                            <m:r>
                              <a:rPr lang="en-GB" sz="2600" b="1" i="1" smtClean="0">
                                <a:latin typeface="Cambria Math" panose="02040503050406030204" pitchFamily="18" charset="0"/>
                              </a:rPr>
                              <m:t>𝒔</m:t>
                            </m:r>
                          </m:e>
                          <m:sub>
                            <m:r>
                              <a:rPr lang="en-GB" sz="2600" b="0" i="1" smtClean="0">
                                <a:latin typeface="Cambria Math" panose="02040503050406030204" pitchFamily="18" charset="0"/>
                              </a:rPr>
                              <m:t>𝑖</m:t>
                            </m:r>
                          </m:sub>
                        </m:sSub>
                      </m:e>
                    </m:d>
                  </m:oMath>
                </a14:m>
                <a:r>
                  <a:rPr lang="en-GB" sz="2600" dirty="0"/>
                  <a:t> is a vector of covariates and </a:t>
                </a:r>
                <a14:m>
                  <m:oMath xmlns:m="http://schemas.openxmlformats.org/officeDocument/2006/math">
                    <m:r>
                      <a:rPr lang="en-GB" sz="2600" b="1" i="1" smtClean="0">
                        <a:latin typeface="Cambria Math" panose="02040503050406030204" pitchFamily="18" charset="0"/>
                      </a:rPr>
                      <m:t>𝜷</m:t>
                    </m:r>
                  </m:oMath>
                </a14:m>
                <a:r>
                  <a:rPr lang="en-GB" sz="2600" dirty="0"/>
                  <a:t> are the corresponding regression coefficients,</a:t>
                </a:r>
              </a:p>
              <a:p>
                <a:pPr lvl="1"/>
                <a14:m>
                  <m:oMath xmlns:m="http://schemas.openxmlformats.org/officeDocument/2006/math">
                    <m:r>
                      <a:rPr lang="en-GB" sz="2600" b="0" i="1" smtClean="0">
                        <a:latin typeface="Cambria Math" panose="02040503050406030204" pitchFamily="18" charset="0"/>
                      </a:rPr>
                      <m:t>𝑍</m:t>
                    </m:r>
                    <m:d>
                      <m:dPr>
                        <m:ctrlPr>
                          <a:rPr lang="en-GB" sz="2600" b="1" i="1" smtClean="0">
                            <a:latin typeface="Cambria Math" panose="02040503050406030204" pitchFamily="18" charset="0"/>
                          </a:rPr>
                        </m:ctrlPr>
                      </m:dPr>
                      <m:e>
                        <m:sSub>
                          <m:sSubPr>
                            <m:ctrlPr>
                              <a:rPr lang="en-GB" sz="2600" b="1" i="1" smtClean="0">
                                <a:latin typeface="Cambria Math" panose="02040503050406030204" pitchFamily="18" charset="0"/>
                              </a:rPr>
                            </m:ctrlPr>
                          </m:sSubPr>
                          <m:e>
                            <m:r>
                              <a:rPr lang="en-GB" sz="2600" b="1" i="1" smtClean="0">
                                <a:latin typeface="Cambria Math" panose="02040503050406030204" pitchFamily="18" charset="0"/>
                              </a:rPr>
                              <m:t>𝒔</m:t>
                            </m:r>
                          </m:e>
                          <m:sub>
                            <m:r>
                              <a:rPr lang="en-GB" sz="2600" b="0" i="1" smtClean="0">
                                <a:latin typeface="Cambria Math" panose="02040503050406030204" pitchFamily="18" charset="0"/>
                              </a:rPr>
                              <m:t>𝑖</m:t>
                            </m:r>
                          </m:sub>
                        </m:sSub>
                      </m:e>
                    </m:d>
                  </m:oMath>
                </a14:m>
                <a:r>
                  <a:rPr lang="en-GB" sz="2600" dirty="0"/>
                  <a:t> is a zero-mean stationary Gaussian spatial process/random effect capturing residual spatial correlation, i.e., </a:t>
                </a:r>
                <a14:m>
                  <m:oMath xmlns:m="http://schemas.openxmlformats.org/officeDocument/2006/math">
                    <m:r>
                      <a:rPr lang="en-GB" sz="2600" b="1" i="1" smtClean="0">
                        <a:latin typeface="Cambria Math" panose="02040503050406030204" pitchFamily="18" charset="0"/>
                      </a:rPr>
                      <m:t>𝒁</m:t>
                    </m:r>
                    <m:r>
                      <a:rPr lang="en-GB" sz="2600" b="0" i="1" smtClean="0">
                        <a:latin typeface="Cambria Math" panose="02040503050406030204" pitchFamily="18" charset="0"/>
                      </a:rPr>
                      <m:t>=</m:t>
                    </m:r>
                    <m:sSup>
                      <m:sSupPr>
                        <m:ctrlPr>
                          <a:rPr lang="en-GB" sz="2600" b="0" i="1" smtClean="0">
                            <a:latin typeface="Cambria Math" panose="02040503050406030204" pitchFamily="18" charset="0"/>
                          </a:rPr>
                        </m:ctrlPr>
                      </m:sSupPr>
                      <m:e>
                        <m:d>
                          <m:dPr>
                            <m:ctrlPr>
                              <a:rPr lang="en-GB" sz="2600" b="0" i="1" smtClean="0">
                                <a:latin typeface="Cambria Math" panose="02040503050406030204" pitchFamily="18" charset="0"/>
                              </a:rPr>
                            </m:ctrlPr>
                          </m:dPr>
                          <m:e>
                            <m:r>
                              <a:rPr lang="en-GB" sz="2600" b="0" i="1" smtClean="0">
                                <a:latin typeface="Cambria Math" panose="02040503050406030204" pitchFamily="18" charset="0"/>
                              </a:rPr>
                              <m:t>𝑍</m:t>
                            </m:r>
                            <m:d>
                              <m:dPr>
                                <m:ctrlPr>
                                  <a:rPr lang="en-GB" sz="2600" b="1" i="1" smtClean="0">
                                    <a:latin typeface="Cambria Math" panose="02040503050406030204" pitchFamily="18" charset="0"/>
                                  </a:rPr>
                                </m:ctrlPr>
                              </m:dPr>
                              <m:e>
                                <m:sSub>
                                  <m:sSubPr>
                                    <m:ctrlPr>
                                      <a:rPr lang="en-GB" sz="2600" b="1" i="1" smtClean="0">
                                        <a:latin typeface="Cambria Math" panose="02040503050406030204" pitchFamily="18" charset="0"/>
                                      </a:rPr>
                                    </m:ctrlPr>
                                  </m:sSubPr>
                                  <m:e>
                                    <m:r>
                                      <a:rPr lang="en-GB" sz="2600" b="1" i="1" smtClean="0">
                                        <a:latin typeface="Cambria Math" panose="02040503050406030204" pitchFamily="18" charset="0"/>
                                      </a:rPr>
                                      <m:t>𝒔</m:t>
                                    </m:r>
                                  </m:e>
                                  <m:sub>
                                    <m:r>
                                      <a:rPr lang="en-GB" sz="2600" b="0" i="1" smtClean="0">
                                        <a:latin typeface="Cambria Math" panose="02040503050406030204" pitchFamily="18" charset="0"/>
                                      </a:rPr>
                                      <m:t>1</m:t>
                                    </m:r>
                                  </m:sub>
                                </m:sSub>
                              </m:e>
                            </m:d>
                            <m:r>
                              <a:rPr lang="en-GB" sz="2600" b="0" i="1" smtClean="0">
                                <a:latin typeface="Cambria Math" panose="02040503050406030204" pitchFamily="18" charset="0"/>
                              </a:rPr>
                              <m:t>,…,</m:t>
                            </m:r>
                            <m:r>
                              <a:rPr lang="en-GB" sz="2600" b="0" i="1" smtClean="0">
                                <a:latin typeface="Cambria Math" panose="02040503050406030204" pitchFamily="18" charset="0"/>
                              </a:rPr>
                              <m:t>𝑍</m:t>
                            </m:r>
                            <m:r>
                              <a:rPr lang="en-GB" sz="2600" b="0" i="1" smtClean="0">
                                <a:latin typeface="Cambria Math" panose="02040503050406030204" pitchFamily="18" charset="0"/>
                              </a:rPr>
                              <m:t>(</m:t>
                            </m:r>
                            <m:sSub>
                              <m:sSubPr>
                                <m:ctrlPr>
                                  <a:rPr lang="en-GB" sz="2600" b="1" i="1" smtClean="0">
                                    <a:latin typeface="Cambria Math" panose="02040503050406030204" pitchFamily="18" charset="0"/>
                                  </a:rPr>
                                </m:ctrlPr>
                              </m:sSubPr>
                              <m:e>
                                <m:r>
                                  <a:rPr lang="en-GB" sz="2600" b="1" i="1" smtClean="0">
                                    <a:latin typeface="Cambria Math" panose="02040503050406030204" pitchFamily="18" charset="0"/>
                                  </a:rPr>
                                  <m:t>𝒔</m:t>
                                </m:r>
                              </m:e>
                              <m:sub>
                                <m:r>
                                  <a:rPr lang="en-GB" sz="2600" b="0" i="1" smtClean="0">
                                    <a:latin typeface="Cambria Math" panose="02040503050406030204" pitchFamily="18" charset="0"/>
                                  </a:rPr>
                                  <m:t>𝑛</m:t>
                                </m:r>
                              </m:sub>
                            </m:sSub>
                            <m:r>
                              <a:rPr lang="en-GB" sz="2600" b="0" i="1" smtClean="0">
                                <a:latin typeface="Cambria Math" panose="02040503050406030204" pitchFamily="18" charset="0"/>
                              </a:rPr>
                              <m:t>)</m:t>
                            </m:r>
                          </m:e>
                        </m:d>
                      </m:e>
                      <m:sup>
                        <m:r>
                          <a:rPr lang="en-GB" sz="2600" b="0" i="1" smtClean="0">
                            <a:latin typeface="Cambria Math" panose="02040503050406030204" pitchFamily="18" charset="0"/>
                          </a:rPr>
                          <m:t>𝑇</m:t>
                        </m:r>
                      </m:sup>
                    </m:sSup>
                    <m:r>
                      <a:rPr lang="en-GB" sz="2600" b="0" i="1" smtClean="0">
                        <a:latin typeface="Cambria Math" panose="02040503050406030204" pitchFamily="18" charset="0"/>
                      </a:rPr>
                      <m:t>∼</m:t>
                    </m:r>
                    <m:r>
                      <a:rPr lang="en-GB" sz="2600" b="0" i="1" smtClean="0">
                        <a:latin typeface="Cambria Math" panose="02040503050406030204" pitchFamily="18" charset="0"/>
                      </a:rPr>
                      <m:t>𝑁</m:t>
                    </m:r>
                    <m:r>
                      <a:rPr lang="en-GB" sz="2600" b="0" i="1" smtClean="0">
                        <a:latin typeface="Cambria Math" panose="02040503050406030204" pitchFamily="18" charset="0"/>
                      </a:rPr>
                      <m:t>(</m:t>
                    </m:r>
                    <m:r>
                      <a:rPr lang="en-GB" sz="2600" b="1" i="1" smtClean="0">
                        <a:latin typeface="Cambria Math" panose="02040503050406030204" pitchFamily="18" charset="0"/>
                      </a:rPr>
                      <m:t>𝟎</m:t>
                    </m:r>
                    <m:r>
                      <a:rPr lang="en-GB" sz="2600" b="0" i="1" smtClean="0">
                        <a:latin typeface="Cambria Math" panose="02040503050406030204" pitchFamily="18" charset="0"/>
                      </a:rPr>
                      <m:t>, </m:t>
                    </m:r>
                    <m:r>
                      <a:rPr lang="en-GB" sz="2600" b="1" i="0" smtClean="0">
                        <a:latin typeface="Cambria Math" panose="02040503050406030204" pitchFamily="18" charset="0"/>
                      </a:rPr>
                      <m:t>𝚺</m:t>
                    </m:r>
                    <m:r>
                      <a:rPr lang="en-GB" sz="2600" b="0" i="1" smtClean="0">
                        <a:latin typeface="Cambria Math" panose="02040503050406030204" pitchFamily="18" charset="0"/>
                      </a:rPr>
                      <m:t>)</m:t>
                    </m:r>
                  </m:oMath>
                </a14:m>
                <a:r>
                  <a:rPr lang="en-GB" sz="2600" dirty="0"/>
                  <a:t>,  and</a:t>
                </a:r>
              </a:p>
              <a:p>
                <a:pPr lvl="1"/>
                <a14:m>
                  <m:oMath xmlns:m="http://schemas.openxmlformats.org/officeDocument/2006/math">
                    <m:r>
                      <a:rPr lang="en-GB" sz="2600" b="0" i="1" smtClean="0">
                        <a:latin typeface="Cambria Math" panose="02040503050406030204" pitchFamily="18" charset="0"/>
                      </a:rPr>
                      <m:t>𝜖</m:t>
                    </m:r>
                    <m:d>
                      <m:dPr>
                        <m:ctrlPr>
                          <a:rPr lang="en-GB" sz="2600" b="1" i="1" smtClean="0">
                            <a:latin typeface="Cambria Math" panose="02040503050406030204" pitchFamily="18" charset="0"/>
                          </a:rPr>
                        </m:ctrlPr>
                      </m:dPr>
                      <m:e>
                        <m:sSub>
                          <m:sSubPr>
                            <m:ctrlPr>
                              <a:rPr lang="en-GB" sz="2600" b="1" i="1" smtClean="0">
                                <a:latin typeface="Cambria Math" panose="02040503050406030204" pitchFamily="18" charset="0"/>
                              </a:rPr>
                            </m:ctrlPr>
                          </m:sSubPr>
                          <m:e>
                            <m:r>
                              <a:rPr lang="en-GB" sz="2600" b="1" i="1" smtClean="0">
                                <a:latin typeface="Cambria Math" panose="02040503050406030204" pitchFamily="18" charset="0"/>
                              </a:rPr>
                              <m:t>𝒔</m:t>
                            </m:r>
                          </m:e>
                          <m:sub>
                            <m:r>
                              <a:rPr lang="en-GB" sz="2600" b="0" i="1" smtClean="0">
                                <a:latin typeface="Cambria Math" panose="02040503050406030204" pitchFamily="18" charset="0"/>
                              </a:rPr>
                              <m:t>𝑖</m:t>
                            </m:r>
                          </m:sub>
                        </m:sSub>
                      </m:e>
                    </m:d>
                  </m:oMath>
                </a14:m>
                <a:r>
                  <a:rPr lang="en-GB" sz="2600" dirty="0"/>
                  <a:t> is an </a:t>
                </a:r>
                <a:r>
                  <a:rPr lang="en-GB" sz="2600" dirty="0" err="1"/>
                  <a:t>iid</a:t>
                </a:r>
                <a:r>
                  <a:rPr lang="en-GB" sz="2600" dirty="0"/>
                  <a:t> error term, i.e., </a:t>
                </a:r>
                <a14:m>
                  <m:oMath xmlns:m="http://schemas.openxmlformats.org/officeDocument/2006/math">
                    <m:r>
                      <a:rPr lang="en-GB" sz="2600" b="0" i="1" smtClean="0">
                        <a:latin typeface="Cambria Math" panose="02040503050406030204" pitchFamily="18" charset="0"/>
                      </a:rPr>
                      <m:t>𝜖</m:t>
                    </m:r>
                    <m:d>
                      <m:dPr>
                        <m:ctrlPr>
                          <a:rPr lang="en-GB" sz="2600" b="1" i="1" smtClean="0">
                            <a:latin typeface="Cambria Math" panose="02040503050406030204" pitchFamily="18" charset="0"/>
                          </a:rPr>
                        </m:ctrlPr>
                      </m:dPr>
                      <m:e>
                        <m:sSub>
                          <m:sSubPr>
                            <m:ctrlPr>
                              <a:rPr lang="en-GB" sz="2600" b="1" i="1" smtClean="0">
                                <a:latin typeface="Cambria Math" panose="02040503050406030204" pitchFamily="18" charset="0"/>
                              </a:rPr>
                            </m:ctrlPr>
                          </m:sSubPr>
                          <m:e>
                            <m:r>
                              <a:rPr lang="en-GB" sz="2600" b="1" i="1" smtClean="0">
                                <a:latin typeface="Cambria Math" panose="02040503050406030204" pitchFamily="18" charset="0"/>
                              </a:rPr>
                              <m:t>𝒔</m:t>
                            </m:r>
                          </m:e>
                          <m:sub>
                            <m:r>
                              <a:rPr lang="en-GB" sz="2600" b="0" i="1" smtClean="0">
                                <a:latin typeface="Cambria Math" panose="02040503050406030204" pitchFamily="18" charset="0"/>
                              </a:rPr>
                              <m:t>𝑖</m:t>
                            </m:r>
                          </m:sub>
                        </m:sSub>
                      </m:e>
                    </m:d>
                    <m:r>
                      <a:rPr lang="en-GB" sz="2600" b="1" i="1" smtClean="0">
                        <a:latin typeface="Cambria Math" panose="02040503050406030204" pitchFamily="18" charset="0"/>
                      </a:rPr>
                      <m:t>∼</m:t>
                    </m:r>
                    <m:r>
                      <a:rPr lang="en-GB" sz="2600" b="0" i="1" smtClean="0">
                        <a:latin typeface="Cambria Math" panose="02040503050406030204" pitchFamily="18" charset="0"/>
                      </a:rPr>
                      <m:t>𝑁</m:t>
                    </m:r>
                    <m:r>
                      <a:rPr lang="en-GB" sz="2600" b="1" i="1" smtClean="0">
                        <a:latin typeface="Cambria Math" panose="02040503050406030204" pitchFamily="18" charset="0"/>
                      </a:rPr>
                      <m:t>(</m:t>
                    </m:r>
                    <m:r>
                      <a:rPr lang="en-GB" sz="2600" b="0" i="1" smtClean="0">
                        <a:latin typeface="Cambria Math" panose="02040503050406030204" pitchFamily="18" charset="0"/>
                      </a:rPr>
                      <m:t>0,</m:t>
                    </m:r>
                    <m:sSup>
                      <m:sSupPr>
                        <m:ctrlPr>
                          <a:rPr lang="en-GB" sz="2600" b="0" i="1" smtClean="0">
                            <a:latin typeface="Cambria Math" panose="02040503050406030204" pitchFamily="18" charset="0"/>
                          </a:rPr>
                        </m:ctrlPr>
                      </m:sSupPr>
                      <m:e>
                        <m:r>
                          <a:rPr lang="en-GB" sz="2600" b="0" i="1" smtClean="0">
                            <a:latin typeface="Cambria Math" panose="02040503050406030204" pitchFamily="18" charset="0"/>
                          </a:rPr>
                          <m:t>𝜏</m:t>
                        </m:r>
                      </m:e>
                      <m:sup>
                        <m:r>
                          <a:rPr lang="en-GB" sz="2600" b="0" i="1" smtClean="0">
                            <a:latin typeface="Cambria Math" panose="02040503050406030204" pitchFamily="18" charset="0"/>
                          </a:rPr>
                          <m:t>2</m:t>
                        </m:r>
                      </m:sup>
                    </m:sSup>
                    <m:r>
                      <a:rPr lang="en-GB" sz="2600" b="1" i="1" smtClean="0">
                        <a:latin typeface="Cambria Math" panose="02040503050406030204" pitchFamily="18" charset="0"/>
                      </a:rPr>
                      <m:t>)</m:t>
                    </m:r>
                  </m:oMath>
                </a14:m>
                <a:r>
                  <a:rPr lang="en-GB" sz="2600" dirty="0"/>
                  <a:t>, with </a:t>
                </a:r>
                <a14:m>
                  <m:oMath xmlns:m="http://schemas.openxmlformats.org/officeDocument/2006/math">
                    <m:sSup>
                      <m:sSupPr>
                        <m:ctrlPr>
                          <a:rPr lang="en-GB" sz="2600" i="1">
                            <a:latin typeface="Cambria Math" panose="02040503050406030204" pitchFamily="18" charset="0"/>
                          </a:rPr>
                        </m:ctrlPr>
                      </m:sSupPr>
                      <m:e>
                        <m:r>
                          <a:rPr lang="en-GB" sz="2600" i="1">
                            <a:latin typeface="Cambria Math" panose="02040503050406030204" pitchFamily="18" charset="0"/>
                          </a:rPr>
                          <m:t>𝜏</m:t>
                        </m:r>
                      </m:e>
                      <m:sup>
                        <m:r>
                          <a:rPr lang="en-GB" sz="2600" i="1">
                            <a:latin typeface="Cambria Math" panose="02040503050406030204" pitchFamily="18" charset="0"/>
                          </a:rPr>
                          <m:t>2</m:t>
                        </m:r>
                      </m:sup>
                    </m:sSup>
                    <m:r>
                      <a:rPr lang="en-GB" sz="2600" i="1">
                        <a:latin typeface="Cambria Math" panose="02040503050406030204" pitchFamily="18" charset="0"/>
                      </a:rPr>
                      <m:t> </m:t>
                    </m:r>
                  </m:oMath>
                </a14:m>
                <a:r>
                  <a:rPr lang="en-GB" sz="2600" dirty="0"/>
                  <a:t>known as the nugget effect</a:t>
                </a:r>
              </a:p>
              <a:p>
                <a:pPr lvl="1"/>
                <a:endParaRPr lang="en-GB" dirty="0"/>
              </a:p>
              <a:p>
                <a:endParaRPr lang="en-GB" dirty="0"/>
              </a:p>
            </p:txBody>
          </p:sp>
        </mc:Choice>
        <mc:Fallback xmlns="">
          <p:sp>
            <p:nvSpPr>
              <p:cNvPr id="3" name="Content Placeholder 2">
                <a:extLst>
                  <a:ext uri="{FF2B5EF4-FFF2-40B4-BE49-F238E27FC236}">
                    <a16:creationId xmlns:a16="http://schemas.microsoft.com/office/drawing/2014/main" id="{60E14EE2-50EB-855C-5A57-3B816DD758FA}"/>
                  </a:ext>
                </a:extLst>
              </p:cNvPr>
              <p:cNvSpPr>
                <a:spLocks noGrp="1" noRot="1" noChangeAspect="1" noMove="1" noResize="1" noEditPoints="1" noAdjustHandles="1" noChangeArrowheads="1" noChangeShapeType="1" noTextEdit="1"/>
              </p:cNvSpPr>
              <p:nvPr>
                <p:ph idx="1"/>
              </p:nvPr>
            </p:nvSpPr>
            <p:spPr>
              <a:xfrm>
                <a:off x="838200" y="1451999"/>
                <a:ext cx="10515600" cy="5096284"/>
              </a:xfrm>
              <a:blipFill>
                <a:blip r:embed="rId2"/>
                <a:stretch>
                  <a:fillRect l="-1217" t="-2033" r="-1797"/>
                </a:stretch>
              </a:blipFill>
            </p:spPr>
            <p:txBody>
              <a:bodyPr/>
              <a:lstStyle/>
              <a:p>
                <a:r>
                  <a:rPr lang="en-GB">
                    <a:noFill/>
                  </a:rPr>
                  <a:t> </a:t>
                </a:r>
              </a:p>
            </p:txBody>
          </p:sp>
        </mc:Fallback>
      </mc:AlternateContent>
      <p:sp>
        <p:nvSpPr>
          <p:cNvPr id="6" name="Title 1">
            <a:extLst>
              <a:ext uri="{FF2B5EF4-FFF2-40B4-BE49-F238E27FC236}">
                <a16:creationId xmlns:a16="http://schemas.microsoft.com/office/drawing/2014/main" id="{6EB4E54A-C8DA-8A83-4E8E-AF63FD7D9B22}"/>
              </a:ext>
            </a:extLst>
          </p:cNvPr>
          <p:cNvSpPr txBox="1">
            <a:spLocks/>
          </p:cNvSpPr>
          <p:nvPr/>
        </p:nvSpPr>
        <p:spPr>
          <a:xfrm>
            <a:off x="277762" y="0"/>
            <a:ext cx="10515600" cy="681037"/>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solidFill>
                  <a:schemeClr val="bg1"/>
                </a:solidFill>
                <a:latin typeface="+mn-lt"/>
              </a:rPr>
              <a:t>Model specification</a:t>
            </a:r>
          </a:p>
        </p:txBody>
      </p:sp>
    </p:spTree>
    <p:extLst>
      <p:ext uri="{BB962C8B-B14F-4D97-AF65-F5344CB8AC3E}">
        <p14:creationId xmlns:p14="http://schemas.microsoft.com/office/powerpoint/2010/main" val="14540347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6BCD1D9-AA1F-BC4B-3725-155E7AED0636}"/>
                  </a:ext>
                </a:extLst>
              </p:cNvPr>
              <p:cNvSpPr>
                <a:spLocks noGrp="1"/>
              </p:cNvSpPr>
              <p:nvPr>
                <p:ph idx="1"/>
              </p:nvPr>
            </p:nvSpPr>
            <p:spPr>
              <a:xfrm>
                <a:off x="838200" y="1461832"/>
                <a:ext cx="10515600" cy="4351338"/>
              </a:xfrm>
            </p:spPr>
            <p:txBody>
              <a:bodyPr>
                <a:normAutofit lnSpcReduction="10000"/>
              </a:bodyPr>
              <a:lstStyle/>
              <a:p>
                <a:r>
                  <a:rPr lang="en-GB" dirty="0"/>
                  <a:t>Furthermore, we assume a </a:t>
                </a:r>
                <a:r>
                  <a:rPr lang="en-GB" dirty="0" err="1"/>
                  <a:t>Matérn</a:t>
                </a:r>
                <a:r>
                  <a:rPr lang="en-GB" dirty="0"/>
                  <a:t> covariance function for </a:t>
                </a:r>
                <a14:m>
                  <m:oMath xmlns:m="http://schemas.openxmlformats.org/officeDocument/2006/math">
                    <m:r>
                      <a:rPr lang="en-GB" b="1" i="1" smtClean="0">
                        <a:latin typeface="Cambria Math" panose="02040503050406030204" pitchFamily="18" charset="0"/>
                      </a:rPr>
                      <m:t>𝒁</m:t>
                    </m:r>
                  </m:oMath>
                </a14:m>
                <a:r>
                  <a:rPr lang="en-GB" dirty="0"/>
                  <a:t> such that  </a:t>
                </a:r>
              </a:p>
              <a:p>
                <a:pPr marL="0" indent="0">
                  <a:buNone/>
                </a:pPr>
                <a14:m>
                  <m:oMath xmlns:m="http://schemas.openxmlformats.org/officeDocument/2006/math">
                    <m:sSub>
                      <m:sSubPr>
                        <m:ctrlPr>
                          <a:rPr lang="en-GB" b="0" i="0" smtClean="0">
                            <a:latin typeface="Cambria Math" panose="02040503050406030204" pitchFamily="18" charset="0"/>
                          </a:rPr>
                        </m:ctrlPr>
                      </m:sSubPr>
                      <m:e>
                        <m:r>
                          <m:rPr>
                            <m:sty m:val="p"/>
                          </m:rPr>
                          <a:rPr lang="en-GB" b="0" i="0" smtClean="0">
                            <a:latin typeface="Cambria Math" panose="02040503050406030204" pitchFamily="18" charset="0"/>
                          </a:rPr>
                          <m:t>Σ</m:t>
                        </m:r>
                      </m:e>
                      <m:sub>
                        <m:r>
                          <a:rPr lang="en-GB" b="0" i="1" smtClean="0">
                            <a:latin typeface="Cambria Math" panose="02040503050406030204" pitchFamily="18" charset="0"/>
                          </a:rPr>
                          <m:t>𝑖𝑗</m:t>
                        </m:r>
                      </m:sub>
                    </m:sSub>
                    <m:r>
                      <a:rPr lang="en-GB" b="0" i="1" smtClean="0">
                        <a:latin typeface="Cambria Math" panose="02040503050406030204" pitchFamily="18" charset="0"/>
                      </a:rPr>
                      <m:t>=</m:t>
                    </m:r>
                    <m:r>
                      <m:rPr>
                        <m:sty m:val="p"/>
                      </m:rPr>
                      <a:rPr lang="en-GB" b="0" i="0" smtClean="0">
                        <a:latin typeface="Cambria Math" panose="02040503050406030204" pitchFamily="18" charset="0"/>
                      </a:rPr>
                      <m:t>Cov</m:t>
                    </m:r>
                    <m:d>
                      <m:dPr>
                        <m:ctrlPr>
                          <a:rPr lang="en-GB" b="0" i="1" smtClean="0">
                            <a:latin typeface="Cambria Math" panose="02040503050406030204" pitchFamily="18" charset="0"/>
                          </a:rPr>
                        </m:ctrlPr>
                      </m:dPr>
                      <m:e>
                        <m:r>
                          <a:rPr lang="en-GB" b="0" i="1" smtClean="0">
                            <a:latin typeface="Cambria Math" panose="02040503050406030204" pitchFamily="18" charset="0"/>
                          </a:rPr>
                          <m:t>𝑍</m:t>
                        </m:r>
                        <m:d>
                          <m:dPr>
                            <m:ctrlPr>
                              <a:rPr lang="en-GB" b="1" i="1" smtClean="0">
                                <a:latin typeface="Cambria Math" panose="02040503050406030204" pitchFamily="18" charset="0"/>
                              </a:rPr>
                            </m:ctrlPr>
                          </m:dPr>
                          <m:e>
                            <m:sSub>
                              <m:sSubPr>
                                <m:ctrlPr>
                                  <a:rPr lang="en-GB" b="1" i="1" smtClean="0">
                                    <a:latin typeface="Cambria Math" panose="02040503050406030204" pitchFamily="18" charset="0"/>
                                  </a:rPr>
                                </m:ctrlPr>
                              </m:sSubPr>
                              <m:e>
                                <m:r>
                                  <a:rPr lang="en-GB" b="1" i="1" smtClean="0">
                                    <a:latin typeface="Cambria Math" panose="02040503050406030204" pitchFamily="18" charset="0"/>
                                  </a:rPr>
                                  <m:t>𝒔</m:t>
                                </m:r>
                              </m:e>
                              <m:sub>
                                <m:r>
                                  <a:rPr lang="en-GB" b="0" i="1" smtClean="0">
                                    <a:latin typeface="Cambria Math" panose="02040503050406030204" pitchFamily="18" charset="0"/>
                                  </a:rPr>
                                  <m:t>𝑖</m:t>
                                </m:r>
                              </m:sub>
                            </m:sSub>
                          </m:e>
                        </m:d>
                        <m:r>
                          <a:rPr lang="en-GB" b="0" i="1" smtClean="0">
                            <a:latin typeface="Cambria Math" panose="02040503050406030204" pitchFamily="18" charset="0"/>
                          </a:rPr>
                          <m:t>,</m:t>
                        </m:r>
                        <m:r>
                          <a:rPr lang="en-GB" b="0" i="1" smtClean="0">
                            <a:latin typeface="Cambria Math" panose="02040503050406030204" pitchFamily="18" charset="0"/>
                          </a:rPr>
                          <m:t>𝑍</m:t>
                        </m:r>
                        <m:d>
                          <m:dPr>
                            <m:ctrlPr>
                              <a:rPr lang="en-GB" b="1" i="1" smtClean="0">
                                <a:latin typeface="Cambria Math" panose="02040503050406030204" pitchFamily="18" charset="0"/>
                              </a:rPr>
                            </m:ctrlPr>
                          </m:dPr>
                          <m:e>
                            <m:sSub>
                              <m:sSubPr>
                                <m:ctrlPr>
                                  <a:rPr lang="en-GB" b="1" i="1" smtClean="0">
                                    <a:latin typeface="Cambria Math" panose="02040503050406030204" pitchFamily="18" charset="0"/>
                                  </a:rPr>
                                </m:ctrlPr>
                              </m:sSubPr>
                              <m:e>
                                <m:r>
                                  <a:rPr lang="en-GB" b="1" i="1" smtClean="0">
                                    <a:latin typeface="Cambria Math" panose="02040503050406030204" pitchFamily="18" charset="0"/>
                                  </a:rPr>
                                  <m:t>𝒔</m:t>
                                </m:r>
                              </m:e>
                              <m:sub>
                                <m:r>
                                  <a:rPr lang="en-GB" b="0" i="1" smtClean="0">
                                    <a:latin typeface="Cambria Math" panose="02040503050406030204" pitchFamily="18" charset="0"/>
                                  </a:rPr>
                                  <m:t>𝑗</m:t>
                                </m:r>
                              </m:sub>
                            </m:sSub>
                          </m:e>
                        </m:d>
                      </m:e>
                    </m:d>
                    <m:r>
                      <a:rPr lang="en-GB" i="1">
                        <a:latin typeface="Cambria Math" panose="02040503050406030204" pitchFamily="18" charset="0"/>
                      </a:rPr>
                      <m:t>=</m:t>
                    </m:r>
                    <m:f>
                      <m:fPr>
                        <m:ctrlPr>
                          <a:rPr lang="en-GB" b="0" i="1" smtClean="0">
                            <a:latin typeface="Cambria Math" panose="02040503050406030204" pitchFamily="18" charset="0"/>
                          </a:rPr>
                        </m:ctrlPr>
                      </m:fPr>
                      <m:num>
                        <m:sSup>
                          <m:sSupPr>
                            <m:ctrlPr>
                              <a:rPr lang="en-GB" b="0" i="1" smtClean="0">
                                <a:latin typeface="Cambria Math" panose="02040503050406030204" pitchFamily="18" charset="0"/>
                              </a:rPr>
                            </m:ctrlPr>
                          </m:sSupPr>
                          <m:e>
                            <m:r>
                              <a:rPr lang="en-GB" b="0" i="1" smtClean="0">
                                <a:latin typeface="Cambria Math" panose="02040503050406030204" pitchFamily="18" charset="0"/>
                              </a:rPr>
                              <m:t>𝜎</m:t>
                            </m:r>
                          </m:e>
                          <m:sup>
                            <m:r>
                              <a:rPr lang="en-GB" b="0" i="1" smtClean="0">
                                <a:latin typeface="Cambria Math" panose="02040503050406030204" pitchFamily="18" charset="0"/>
                              </a:rPr>
                              <m:t>2</m:t>
                            </m:r>
                          </m:sup>
                        </m:sSup>
                      </m:num>
                      <m:den>
                        <m:sSup>
                          <m:sSupPr>
                            <m:ctrlPr>
                              <a:rPr lang="en-GB" i="1">
                                <a:latin typeface="Cambria Math" panose="02040503050406030204" pitchFamily="18" charset="0"/>
                              </a:rPr>
                            </m:ctrlPr>
                          </m:sSupPr>
                          <m:e>
                            <m:r>
                              <a:rPr lang="en-GB" i="1">
                                <a:latin typeface="Cambria Math" panose="02040503050406030204" pitchFamily="18" charset="0"/>
                              </a:rPr>
                              <m:t>2</m:t>
                            </m:r>
                          </m:e>
                          <m:sup>
                            <m:r>
                              <a:rPr lang="en-GB" i="1">
                                <a:latin typeface="Cambria Math" panose="02040503050406030204" pitchFamily="18" charset="0"/>
                              </a:rPr>
                              <m:t>𝜈</m:t>
                            </m:r>
                            <m:r>
                              <a:rPr lang="en-GB" i="1">
                                <a:latin typeface="Cambria Math" panose="02040503050406030204" pitchFamily="18" charset="0"/>
                              </a:rPr>
                              <m:t>−1</m:t>
                            </m:r>
                          </m:sup>
                        </m:sSup>
                        <m:r>
                          <m:rPr>
                            <m:sty m:val="p"/>
                          </m:rPr>
                          <a:rPr lang="en-GB">
                            <a:latin typeface="Cambria Math" panose="02040503050406030204" pitchFamily="18" charset="0"/>
                          </a:rPr>
                          <m:t>Γ</m:t>
                        </m:r>
                        <m:d>
                          <m:dPr>
                            <m:ctrlPr>
                              <a:rPr lang="en-GB" i="1">
                                <a:latin typeface="Cambria Math" panose="02040503050406030204" pitchFamily="18" charset="0"/>
                              </a:rPr>
                            </m:ctrlPr>
                          </m:dPr>
                          <m:e>
                            <m:r>
                              <a:rPr lang="en-GB" i="1">
                                <a:latin typeface="Cambria Math" panose="02040503050406030204" pitchFamily="18" charset="0"/>
                              </a:rPr>
                              <m:t>𝜈</m:t>
                            </m:r>
                          </m:e>
                        </m:d>
                      </m:den>
                    </m:f>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𝜅</m:t>
                            </m:r>
                            <m:r>
                              <a:rPr lang="en-GB" i="1">
                                <a:latin typeface="Cambria Math" panose="02040503050406030204" pitchFamily="18" charset="0"/>
                              </a:rPr>
                              <m:t>𝑑</m:t>
                            </m:r>
                          </m:e>
                        </m:d>
                      </m:e>
                      <m:sup>
                        <m:r>
                          <a:rPr lang="en-GB" i="1">
                            <a:latin typeface="Cambria Math" panose="02040503050406030204" pitchFamily="18" charset="0"/>
                          </a:rPr>
                          <m:t>𝜈</m:t>
                        </m:r>
                      </m:sup>
                    </m:sSup>
                    <m:sSub>
                      <m:sSubPr>
                        <m:ctrlPr>
                          <a:rPr lang="en-GB" i="1">
                            <a:latin typeface="Cambria Math" panose="02040503050406030204" pitchFamily="18" charset="0"/>
                          </a:rPr>
                        </m:ctrlPr>
                      </m:sSubPr>
                      <m:e>
                        <m:r>
                          <a:rPr lang="en-GB" i="1">
                            <a:latin typeface="Cambria Math" panose="02040503050406030204" pitchFamily="18" charset="0"/>
                          </a:rPr>
                          <m:t>𝐾</m:t>
                        </m:r>
                      </m:e>
                      <m:sub>
                        <m:r>
                          <a:rPr lang="en-GB" i="1">
                            <a:latin typeface="Cambria Math" panose="02040503050406030204" pitchFamily="18" charset="0"/>
                          </a:rPr>
                          <m:t>𝜈</m:t>
                        </m:r>
                      </m:sub>
                    </m:sSub>
                    <m:r>
                      <a:rPr lang="en-GB" i="1">
                        <a:latin typeface="Cambria Math" panose="02040503050406030204" pitchFamily="18" charset="0"/>
                      </a:rPr>
                      <m:t>(</m:t>
                    </m:r>
                    <m:r>
                      <a:rPr lang="en-GB" i="1">
                        <a:latin typeface="Cambria Math" panose="02040503050406030204" pitchFamily="18" charset="0"/>
                      </a:rPr>
                      <m:t>𝜅</m:t>
                    </m:r>
                    <m:r>
                      <a:rPr lang="en-GB" i="1">
                        <a:latin typeface="Cambria Math" panose="02040503050406030204" pitchFamily="18" charset="0"/>
                      </a:rPr>
                      <m:t>𝑑</m:t>
                    </m:r>
                    <m:r>
                      <a:rPr lang="en-GB" i="1">
                        <a:latin typeface="Cambria Math" panose="02040503050406030204" pitchFamily="18" charset="0"/>
                      </a:rPr>
                      <m:t>), </m:t>
                    </m:r>
                    <m:r>
                      <a:rPr lang="en-GB" i="1" dirty="0">
                        <a:latin typeface="Cambria Math" panose="02040503050406030204" pitchFamily="18" charset="0"/>
                      </a:rPr>
                      <m:t>𝑑</m:t>
                    </m:r>
                    <m:r>
                      <a:rPr lang="en-GB" i="1" dirty="0">
                        <a:latin typeface="Cambria Math" panose="02040503050406030204" pitchFamily="18" charset="0"/>
                      </a:rPr>
                      <m:t>&gt;0,</m:t>
                    </m:r>
                  </m:oMath>
                </a14:m>
                <a:r>
                  <a:rPr lang="en-GB" dirty="0"/>
                  <a:t>   (2)</a:t>
                </a:r>
              </a:p>
              <a:p>
                <a:pPr marL="0" indent="0">
                  <a:buNone/>
                </a:pPr>
                <a:r>
                  <a:rPr lang="en-GB" dirty="0"/>
                  <a:t>where </a:t>
                </a:r>
              </a:p>
              <a:p>
                <a:pPr lvl="1"/>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𝜎</m:t>
                        </m:r>
                      </m:e>
                      <m:sup>
                        <m:r>
                          <a:rPr lang="en-GB" i="1">
                            <a:latin typeface="Cambria Math" panose="02040503050406030204" pitchFamily="18" charset="0"/>
                          </a:rPr>
                          <m:t>2</m:t>
                        </m:r>
                      </m:sup>
                    </m:sSup>
                  </m:oMath>
                </a14:m>
                <a:r>
                  <a:rPr lang="en-GB" dirty="0"/>
                  <a:t> is the marginal variance of </a:t>
                </a:r>
                <a14:m>
                  <m:oMath xmlns:m="http://schemas.openxmlformats.org/officeDocument/2006/math">
                    <m:r>
                      <a:rPr lang="en-GB" b="1" i="1">
                        <a:latin typeface="Cambria Math" panose="02040503050406030204" pitchFamily="18" charset="0"/>
                      </a:rPr>
                      <m:t>𝒁</m:t>
                    </m:r>
                  </m:oMath>
                </a14:m>
                <a:r>
                  <a:rPr lang="en-GB" dirty="0"/>
                  <a:t> (also known as the partial sill), </a:t>
                </a:r>
              </a:p>
              <a:p>
                <a:pPr lvl="1"/>
                <a14:m>
                  <m:oMath xmlns:m="http://schemas.openxmlformats.org/officeDocument/2006/math">
                    <m:r>
                      <a:rPr lang="en-GB" i="1">
                        <a:latin typeface="Cambria Math" panose="02040503050406030204" pitchFamily="18" charset="0"/>
                      </a:rPr>
                      <m:t>𝜈</m:t>
                    </m:r>
                    <m:r>
                      <a:rPr lang="en-GB" i="1">
                        <a:latin typeface="Cambria Math" panose="02040503050406030204" pitchFamily="18" charset="0"/>
                      </a:rPr>
                      <m:t>&gt;0</m:t>
                    </m:r>
                    <m:r>
                      <m:rPr>
                        <m:nor/>
                      </m:rPr>
                      <a:rPr lang="en-GB" i="0" dirty="0"/>
                      <m:t> is a smoothness parameter, usually kept fixed</m:t>
                    </m:r>
                  </m:oMath>
                </a14:m>
                <a:r>
                  <a:rPr lang="en-GB" dirty="0"/>
                  <a:t> (e.g., </a:t>
                </a:r>
                <a14:m>
                  <m:oMath xmlns:m="http://schemas.openxmlformats.org/officeDocument/2006/math">
                    <m:r>
                      <a:rPr lang="en-GB" b="0" i="1" smtClean="0">
                        <a:latin typeface="Cambria Math" panose="02040503050406030204" pitchFamily="18" charset="0"/>
                      </a:rPr>
                      <m:t>𝜈</m:t>
                    </m:r>
                    <m:r>
                      <a:rPr lang="en-GB" b="0" i="1" smtClean="0">
                        <a:latin typeface="Cambria Math" panose="02040503050406030204" pitchFamily="18" charset="0"/>
                      </a:rPr>
                      <m:t>=1</m:t>
                    </m:r>
                  </m:oMath>
                </a14:m>
                <a:r>
                  <a:rPr lang="en-GB" dirty="0"/>
                  <a:t>),</a:t>
                </a:r>
              </a:p>
              <a:p>
                <a:pPr lvl="1"/>
                <a14:m>
                  <m:oMath xmlns:m="http://schemas.openxmlformats.org/officeDocument/2006/math">
                    <m:r>
                      <a:rPr lang="en-GB" i="1">
                        <a:latin typeface="Cambria Math" panose="02040503050406030204" pitchFamily="18" charset="0"/>
                      </a:rPr>
                      <m:t>𝜅</m:t>
                    </m:r>
                    <m:r>
                      <a:rPr lang="en-GB" i="1">
                        <a:latin typeface="Cambria Math" panose="02040503050406030204" pitchFamily="18" charset="0"/>
                      </a:rPr>
                      <m:t>&gt;0</m:t>
                    </m:r>
                    <m:r>
                      <m:rPr>
                        <m:nor/>
                      </m:rPr>
                      <a:rPr lang="en-GB" i="0" dirty="0"/>
                      <m:t> is a scaling/decay parameter related to the range such that </m:t>
                    </m:r>
                    <m:r>
                      <a:rPr lang="en-GB" i="1">
                        <a:latin typeface="Cambria Math" panose="02040503050406030204" pitchFamily="18" charset="0"/>
                      </a:rPr>
                      <m:t>𝑟</m:t>
                    </m:r>
                    <m:r>
                      <a:rPr lang="en-GB" i="1">
                        <a:latin typeface="Cambria Math" panose="02040503050406030204" pitchFamily="18" charset="0"/>
                      </a:rPr>
                      <m:t>=</m:t>
                    </m:r>
                    <m:f>
                      <m:fPr>
                        <m:ctrlPr>
                          <a:rPr lang="en-GB" i="1">
                            <a:latin typeface="Cambria Math" panose="02040503050406030204" pitchFamily="18" charset="0"/>
                          </a:rPr>
                        </m:ctrlPr>
                      </m:fPr>
                      <m:num>
                        <m:rad>
                          <m:radPr>
                            <m:degHide m:val="on"/>
                            <m:ctrlPr>
                              <a:rPr lang="en-GB" i="1">
                                <a:latin typeface="Cambria Math" panose="02040503050406030204" pitchFamily="18" charset="0"/>
                              </a:rPr>
                            </m:ctrlPr>
                          </m:radPr>
                          <m:deg/>
                          <m:e>
                            <m:r>
                              <a:rPr lang="en-GB" i="1">
                                <a:latin typeface="Cambria Math" panose="02040503050406030204" pitchFamily="18" charset="0"/>
                              </a:rPr>
                              <m:t>8</m:t>
                            </m:r>
                            <m:r>
                              <a:rPr lang="en-GB" i="1">
                                <a:latin typeface="Cambria Math" panose="02040503050406030204" pitchFamily="18" charset="0"/>
                              </a:rPr>
                              <m:t>𝜈</m:t>
                            </m:r>
                          </m:e>
                        </m:rad>
                      </m:num>
                      <m:den>
                        <m:r>
                          <a:rPr lang="en-GB" i="1">
                            <a:latin typeface="Cambria Math" panose="02040503050406030204" pitchFamily="18" charset="0"/>
                          </a:rPr>
                          <m:t>𝜅</m:t>
                        </m:r>
                      </m:den>
                    </m:f>
                  </m:oMath>
                </a14:m>
                <a:r>
                  <a:rPr lang="en-GB" dirty="0"/>
                  <a:t>,</a:t>
                </a:r>
              </a:p>
              <a:p>
                <a:pPr lvl="1"/>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𝐾</m:t>
                        </m:r>
                      </m:e>
                      <m:sub>
                        <m:r>
                          <a:rPr lang="en-GB" i="1">
                            <a:latin typeface="Cambria Math" panose="02040503050406030204" pitchFamily="18" charset="0"/>
                          </a:rPr>
                          <m:t>𝜈</m:t>
                        </m:r>
                      </m:sub>
                    </m:sSub>
                    <m:r>
                      <a:rPr lang="en-GB" i="1">
                        <a:latin typeface="Cambria Math" panose="02040503050406030204" pitchFamily="18" charset="0"/>
                      </a:rPr>
                      <m:t>(.)</m:t>
                    </m:r>
                    <m:r>
                      <m:rPr>
                        <m:nor/>
                      </m:rPr>
                      <a:rPr lang="en-GB" i="0" dirty="0"/>
                      <m:t> is the modified Bessel function of the second kind and order </m:t>
                    </m:r>
                    <m:r>
                      <a:rPr lang="en-GB" i="1">
                        <a:latin typeface="Cambria Math" panose="02040503050406030204" pitchFamily="18" charset="0"/>
                      </a:rPr>
                      <m:t>𝜈</m:t>
                    </m:r>
                  </m:oMath>
                </a14:m>
                <a:r>
                  <a:rPr lang="en-GB" dirty="0"/>
                  <a:t>,</a:t>
                </a:r>
              </a:p>
              <a:p>
                <a:pPr lvl="1"/>
                <a14:m>
                  <m:oMath xmlns:m="http://schemas.openxmlformats.org/officeDocument/2006/math">
                    <m:r>
                      <a:rPr lang="en-GB" i="1">
                        <a:latin typeface="Cambria Math" panose="02040503050406030204" pitchFamily="18" charset="0"/>
                      </a:rPr>
                      <m:t>𝑑</m:t>
                    </m:r>
                    <m:r>
                      <m:rPr>
                        <m:nor/>
                      </m:rPr>
                      <a:rPr lang="en-GB" b="0" i="0" smtClean="0">
                        <a:latin typeface="Cambria Math" panose="02040503050406030204" pitchFamily="18" charset="0"/>
                      </a:rPr>
                      <m:t>=</m:t>
                    </m:r>
                    <m:d>
                      <m:dPr>
                        <m:begChr m:val="‖"/>
                        <m:endChr m:val="‖"/>
                        <m:ctrlPr>
                          <a:rPr lang="en-GB" b="1" i="1">
                            <a:latin typeface="Cambria Math" panose="02040503050406030204" pitchFamily="18" charset="0"/>
                          </a:rPr>
                        </m:ctrlPr>
                      </m:dPr>
                      <m:e>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i="1">
                                <a:latin typeface="Cambria Math" panose="02040503050406030204" pitchFamily="18" charset="0"/>
                              </a:rPr>
                              <m:t>𝑖</m:t>
                            </m:r>
                          </m:sub>
                        </m:sSub>
                        <m:r>
                          <a:rPr lang="en-GB" b="0" i="1" smtClean="0">
                            <a:latin typeface="Cambria Math" panose="02040503050406030204" pitchFamily="18" charset="0"/>
                          </a:rPr>
                          <m:t>−</m:t>
                        </m:r>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i="1">
                                <a:latin typeface="Cambria Math" panose="02040503050406030204" pitchFamily="18" charset="0"/>
                              </a:rPr>
                              <m:t>𝑗</m:t>
                            </m:r>
                          </m:sub>
                        </m:sSub>
                      </m:e>
                    </m:d>
                    <m:r>
                      <m:rPr>
                        <m:nor/>
                      </m:rPr>
                      <a:rPr lang="en-GB" i="0" dirty="0"/>
                      <m:t> is the Euclidean distance between locations</m:t>
                    </m:r>
                  </m:oMath>
                </a14:m>
                <a:r>
                  <a:rPr lang="en-GB" dirty="0"/>
                  <a:t> </a:t>
                </a:r>
                <a14:m>
                  <m:oMath xmlns:m="http://schemas.openxmlformats.org/officeDocument/2006/math">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i="1">
                            <a:latin typeface="Cambria Math" panose="02040503050406030204" pitchFamily="18" charset="0"/>
                          </a:rPr>
                          <m:t>𝑖</m:t>
                        </m:r>
                      </m:sub>
                    </m:sSub>
                  </m:oMath>
                </a14:m>
                <a:r>
                  <a:rPr lang="en-GB" dirty="0"/>
                  <a:t> and </a:t>
                </a:r>
                <a14:m>
                  <m:oMath xmlns:m="http://schemas.openxmlformats.org/officeDocument/2006/math">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i="1">
                            <a:latin typeface="Cambria Math" panose="02040503050406030204" pitchFamily="18" charset="0"/>
                          </a:rPr>
                          <m:t>𝑗</m:t>
                        </m:r>
                      </m:sub>
                    </m:sSub>
                  </m:oMath>
                </a14:m>
                <a:r>
                  <a:rPr lang="en-GB" dirty="0"/>
                  <a:t>.</a:t>
                </a:r>
              </a:p>
            </p:txBody>
          </p:sp>
        </mc:Choice>
        <mc:Fallback xmlns="">
          <p:sp>
            <p:nvSpPr>
              <p:cNvPr id="3" name="Content Placeholder 2">
                <a:extLst>
                  <a:ext uri="{FF2B5EF4-FFF2-40B4-BE49-F238E27FC236}">
                    <a16:creationId xmlns:a16="http://schemas.microsoft.com/office/drawing/2014/main" id="{F6BCD1D9-AA1F-BC4B-3725-155E7AED0636}"/>
                  </a:ext>
                </a:extLst>
              </p:cNvPr>
              <p:cNvSpPr>
                <a:spLocks noGrp="1" noRot="1" noChangeAspect="1" noMove="1" noResize="1" noEditPoints="1" noAdjustHandles="1" noChangeArrowheads="1" noChangeShapeType="1" noTextEdit="1"/>
              </p:cNvSpPr>
              <p:nvPr>
                <p:ph idx="1"/>
              </p:nvPr>
            </p:nvSpPr>
            <p:spPr>
              <a:xfrm>
                <a:off x="838200" y="1461832"/>
                <a:ext cx="10515600" cy="4351338"/>
              </a:xfrm>
              <a:blipFill>
                <a:blip r:embed="rId2"/>
                <a:stretch>
                  <a:fillRect l="-1217" t="-3221" r="-58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8F216B5-828C-4416-1E26-81550DFC9EB2}"/>
                  </a:ext>
                </a:extLst>
              </p:cNvPr>
              <p:cNvSpPr txBox="1"/>
              <p:nvPr/>
            </p:nvSpPr>
            <p:spPr>
              <a:xfrm>
                <a:off x="943897" y="6017342"/>
                <a:ext cx="9812593" cy="646331"/>
              </a:xfrm>
              <a:prstGeom prst="rect">
                <a:avLst/>
              </a:prstGeom>
              <a:noFill/>
            </p:spPr>
            <p:txBody>
              <a:bodyPr wrap="square" rtlCol="0">
                <a:spAutoFit/>
              </a:bodyPr>
              <a:lstStyle/>
              <a:p>
                <a:r>
                  <a:rPr lang="en-GB" dirty="0"/>
                  <a:t>Note that by construction, the Matérn covariance function for </a:t>
                </a:r>
                <a14:m>
                  <m:oMath xmlns:m="http://schemas.openxmlformats.org/officeDocument/2006/math">
                    <m:r>
                      <a:rPr lang="en-GB" b="1" i="1">
                        <a:latin typeface="Cambria Math" panose="02040503050406030204" pitchFamily="18" charset="0"/>
                      </a:rPr>
                      <m:t>𝒁</m:t>
                    </m:r>
                  </m:oMath>
                </a14:m>
                <a:r>
                  <a:rPr lang="en-GB" dirty="0"/>
                  <a:t> satisfies the stationarity and isotropic assumptions discussed earlier. </a:t>
                </a:r>
              </a:p>
            </p:txBody>
          </p:sp>
        </mc:Choice>
        <mc:Fallback xmlns="">
          <p:sp>
            <p:nvSpPr>
              <p:cNvPr id="4" name="TextBox 3">
                <a:extLst>
                  <a:ext uri="{FF2B5EF4-FFF2-40B4-BE49-F238E27FC236}">
                    <a16:creationId xmlns:a16="http://schemas.microsoft.com/office/drawing/2014/main" id="{28F216B5-828C-4416-1E26-81550DFC9EB2}"/>
                  </a:ext>
                </a:extLst>
              </p:cNvPr>
              <p:cNvSpPr txBox="1">
                <a:spLocks noRot="1" noChangeAspect="1" noMove="1" noResize="1" noEditPoints="1" noAdjustHandles="1" noChangeArrowheads="1" noChangeShapeType="1" noTextEdit="1"/>
              </p:cNvSpPr>
              <p:nvPr/>
            </p:nvSpPr>
            <p:spPr>
              <a:xfrm>
                <a:off x="943897" y="6017342"/>
                <a:ext cx="9812593" cy="646331"/>
              </a:xfrm>
              <a:prstGeom prst="rect">
                <a:avLst/>
              </a:prstGeom>
              <a:blipFill>
                <a:blip r:embed="rId3"/>
                <a:stretch>
                  <a:fillRect l="-559" t="-3774" b="-15094"/>
                </a:stretch>
              </a:blipFill>
            </p:spPr>
            <p:txBody>
              <a:bodyPr/>
              <a:lstStyle/>
              <a:p>
                <a:r>
                  <a:rPr lang="en-GB">
                    <a:noFill/>
                  </a:rPr>
                  <a:t> </a:t>
                </a:r>
              </a:p>
            </p:txBody>
          </p:sp>
        </mc:Fallback>
      </mc:AlternateContent>
      <p:sp>
        <p:nvSpPr>
          <p:cNvPr id="8" name="Title 1">
            <a:extLst>
              <a:ext uri="{FF2B5EF4-FFF2-40B4-BE49-F238E27FC236}">
                <a16:creationId xmlns:a16="http://schemas.microsoft.com/office/drawing/2014/main" id="{7123BE15-1FDD-F2E6-06F2-168241D88371}"/>
              </a:ext>
            </a:extLst>
          </p:cNvPr>
          <p:cNvSpPr txBox="1">
            <a:spLocks noGrp="1"/>
          </p:cNvSpPr>
          <p:nvPr>
            <p:ph type="title"/>
          </p:nvPr>
        </p:nvSpPr>
        <p:spPr>
          <a:xfrm>
            <a:off x="405581" y="18255"/>
            <a:ext cx="10515600" cy="662782"/>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solidFill>
                  <a:schemeClr val="bg1"/>
                </a:solidFill>
                <a:latin typeface="+mn-lt"/>
              </a:rPr>
              <a:t>Model specification</a:t>
            </a:r>
          </a:p>
        </p:txBody>
      </p:sp>
    </p:spTree>
    <p:extLst>
      <p:ext uri="{BB962C8B-B14F-4D97-AF65-F5344CB8AC3E}">
        <p14:creationId xmlns:p14="http://schemas.microsoft.com/office/powerpoint/2010/main" val="13651490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17C9D08-E2E2-DC5F-A6D1-A3C15DB169B8}"/>
                  </a:ext>
                </a:extLst>
              </p:cNvPr>
              <p:cNvSpPr>
                <a:spLocks noGrp="1"/>
              </p:cNvSpPr>
              <p:nvPr>
                <p:ph idx="1"/>
              </p:nvPr>
            </p:nvSpPr>
            <p:spPr>
              <a:xfrm>
                <a:off x="838200" y="1491328"/>
                <a:ext cx="10515600" cy="4351338"/>
              </a:xfrm>
            </p:spPr>
            <p:txBody>
              <a:bodyPr>
                <a:normAutofit/>
              </a:bodyPr>
              <a:lstStyle/>
              <a:p>
                <a:r>
                  <a:rPr lang="en-GB" dirty="0"/>
                  <a:t>Collecting all the parameter into a vector </a:t>
                </a:r>
                <a14:m>
                  <m:oMath xmlns:m="http://schemas.openxmlformats.org/officeDocument/2006/math">
                    <m:r>
                      <a:rPr lang="en-GB" b="1" i="1" smtClean="0">
                        <a:latin typeface="Cambria Math" panose="02040503050406030204" pitchFamily="18" charset="0"/>
                      </a:rPr>
                      <m:t>𝜽</m:t>
                    </m:r>
                    <m:r>
                      <a:rPr lang="en-GB" b="0" i="1" smtClean="0">
                        <a:latin typeface="Cambria Math" panose="02040503050406030204" pitchFamily="18" charset="0"/>
                      </a:rPr>
                      <m:t>=</m:t>
                    </m:r>
                    <m:sSup>
                      <m:sSupPr>
                        <m:ctrlPr>
                          <a:rPr lang="en-GB" b="1" i="1" smtClean="0">
                            <a:latin typeface="Cambria Math" panose="02040503050406030204" pitchFamily="18" charset="0"/>
                          </a:rPr>
                        </m:ctrlPr>
                      </m:sSupPr>
                      <m:e>
                        <m:d>
                          <m:dPr>
                            <m:ctrlPr>
                              <a:rPr lang="en-GB" b="1" i="1" smtClean="0">
                                <a:latin typeface="Cambria Math" panose="02040503050406030204" pitchFamily="18" charset="0"/>
                              </a:rPr>
                            </m:ctrlPr>
                          </m:dPr>
                          <m:e>
                            <m:r>
                              <a:rPr lang="en-GB" b="1" i="1" smtClean="0">
                                <a:latin typeface="Cambria Math" panose="02040503050406030204" pitchFamily="18" charset="0"/>
                              </a:rPr>
                              <m:t>𝜷</m:t>
                            </m:r>
                            <m:r>
                              <a:rPr lang="en-GB" b="0" i="1" smtClean="0">
                                <a:latin typeface="Cambria Math" panose="02040503050406030204" pitchFamily="18" charset="0"/>
                              </a:rPr>
                              <m:t>, </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𝜎</m:t>
                                </m:r>
                              </m:e>
                              <m:sup>
                                <m:r>
                                  <a:rPr lang="en-GB" b="0" i="1" smtClean="0">
                                    <a:latin typeface="Cambria Math" panose="02040503050406030204" pitchFamily="18" charset="0"/>
                                  </a:rPr>
                                  <m:t>2</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𝜏</m:t>
                                </m:r>
                              </m:e>
                              <m:sup>
                                <m:r>
                                  <a:rPr lang="en-GB" b="0" i="1" smtClean="0">
                                    <a:latin typeface="Cambria Math" panose="02040503050406030204" pitchFamily="18" charset="0"/>
                                  </a:rPr>
                                  <m:t>2</m:t>
                                </m:r>
                              </m:sup>
                            </m:sSup>
                            <m:r>
                              <a:rPr lang="en-GB" b="0" i="1" smtClean="0">
                                <a:latin typeface="Cambria Math" panose="02040503050406030204" pitchFamily="18" charset="0"/>
                              </a:rPr>
                              <m:t>,</m:t>
                            </m:r>
                            <m:r>
                              <a:rPr lang="en-GB" b="0" i="1" smtClean="0">
                                <a:latin typeface="Cambria Math" panose="02040503050406030204" pitchFamily="18" charset="0"/>
                              </a:rPr>
                              <m:t>𝑟</m:t>
                            </m:r>
                          </m:e>
                        </m:d>
                      </m:e>
                      <m:sup>
                        <m:r>
                          <a:rPr lang="en-GB" b="0" i="1" smtClean="0">
                            <a:latin typeface="Cambria Math" panose="02040503050406030204" pitchFamily="18" charset="0"/>
                          </a:rPr>
                          <m:t>𝑇</m:t>
                        </m:r>
                      </m:sup>
                    </m:sSup>
                  </m:oMath>
                </a14:m>
                <a:r>
                  <a:rPr lang="en-GB" dirty="0"/>
                  <a:t>, we can now write the hierarchical model as </a:t>
                </a:r>
              </a:p>
              <a:p>
                <a:endParaRPr lang="en-GB" dirty="0"/>
              </a:p>
              <a:p>
                <a:pPr marL="0" indent="0">
                  <a:buNone/>
                </a:pPr>
                <a:r>
                  <a:rPr lang="en-GB" b="1" dirty="0"/>
                  <a:t>  </a:t>
                </a:r>
                <a14:m>
                  <m:oMath xmlns:m="http://schemas.openxmlformats.org/officeDocument/2006/math">
                    <m:r>
                      <a:rPr lang="en-GB" b="1" i="1" smtClean="0">
                        <a:latin typeface="Cambria Math" panose="02040503050406030204" pitchFamily="18" charset="0"/>
                      </a:rPr>
                      <m:t>𝒀</m:t>
                    </m:r>
                    <m:r>
                      <a:rPr lang="en-GB" b="0" i="1" smtClean="0">
                        <a:latin typeface="Cambria Math" panose="02040503050406030204" pitchFamily="18" charset="0"/>
                      </a:rPr>
                      <m:t>|</m:t>
                    </m:r>
                    <m:r>
                      <a:rPr lang="en-GB" b="1" i="1" smtClean="0">
                        <a:latin typeface="Cambria Math" panose="02040503050406030204" pitchFamily="18" charset="0"/>
                      </a:rPr>
                      <m:t>𝒁</m:t>
                    </m:r>
                    <m:r>
                      <a:rPr lang="en-GB" b="0" i="0" smtClean="0">
                        <a:latin typeface="Cambria Math" panose="02040503050406030204" pitchFamily="18" charset="0"/>
                      </a:rPr>
                      <m:t>,</m:t>
                    </m:r>
                    <m:r>
                      <a:rPr lang="en-GB" b="1" i="1" smtClean="0">
                        <a:latin typeface="Cambria Math" panose="02040503050406030204" pitchFamily="18" charset="0"/>
                      </a:rPr>
                      <m:t>𝜽</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𝑁</m:t>
                        </m:r>
                      </m:e>
                      <m:sub>
                        <m:r>
                          <a:rPr lang="en-GB" b="0" i="1" smtClean="0">
                            <a:latin typeface="Cambria Math" panose="02040503050406030204" pitchFamily="18" charset="0"/>
                          </a:rPr>
                          <m:t>𝑛</m:t>
                        </m:r>
                      </m:sub>
                    </m:sSub>
                    <m:r>
                      <a:rPr lang="en-GB" b="0" i="1" smtClean="0">
                        <a:latin typeface="Cambria Math" panose="02040503050406030204" pitchFamily="18" charset="0"/>
                      </a:rPr>
                      <m:t>(</m:t>
                    </m:r>
                    <m:r>
                      <a:rPr lang="en-GB" b="0" i="1" smtClean="0">
                        <a:latin typeface="Cambria Math" panose="02040503050406030204" pitchFamily="18" charset="0"/>
                      </a:rPr>
                      <m:t>𝑋</m:t>
                    </m:r>
                    <m:r>
                      <a:rPr lang="en-GB" b="1" i="1" smtClean="0">
                        <a:latin typeface="Cambria Math" panose="02040503050406030204" pitchFamily="18" charset="0"/>
                      </a:rPr>
                      <m:t>𝜷</m:t>
                    </m:r>
                    <m:r>
                      <a:rPr lang="en-GB" b="0" i="1" smtClean="0">
                        <a:latin typeface="Cambria Math" panose="02040503050406030204" pitchFamily="18" charset="0"/>
                      </a:rPr>
                      <m:t>+</m:t>
                    </m:r>
                    <m:r>
                      <a:rPr lang="en-GB" b="1" i="1" smtClean="0">
                        <a:latin typeface="Cambria Math" panose="02040503050406030204" pitchFamily="18" charset="0"/>
                      </a:rPr>
                      <m:t>𝒁</m:t>
                    </m:r>
                    <m:r>
                      <a:rPr lang="en-GB" b="0" i="1" smtClean="0">
                        <a:latin typeface="Cambria Math" panose="02040503050406030204" pitchFamily="18" charset="0"/>
                      </a:rPr>
                      <m:t>, </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𝜏</m:t>
                        </m:r>
                      </m:e>
                      <m:sup>
                        <m:r>
                          <a:rPr lang="en-GB" b="0" i="1" smtClean="0">
                            <a:latin typeface="Cambria Math" panose="02040503050406030204" pitchFamily="18" charset="0"/>
                          </a:rPr>
                          <m:t>2</m:t>
                        </m:r>
                      </m:sup>
                    </m:sSup>
                    <m:r>
                      <a:rPr lang="en-GB" b="0" i="1" smtClean="0">
                        <a:latin typeface="Cambria Math" panose="02040503050406030204" pitchFamily="18" charset="0"/>
                      </a:rPr>
                      <m:t>𝐼</m:t>
                    </m:r>
                    <m:r>
                      <a:rPr lang="en-GB" b="0" i="1" smtClean="0">
                        <a:latin typeface="Cambria Math" panose="02040503050406030204" pitchFamily="18" charset="0"/>
                      </a:rPr>
                      <m:t>)</m:t>
                    </m:r>
                  </m:oMath>
                </a14:m>
                <a:r>
                  <a:rPr lang="en-GB" dirty="0"/>
                  <a:t>,               [data | process, parameters]      (3)</a:t>
                </a:r>
              </a:p>
              <a:p>
                <a:pPr marL="0" indent="0">
                  <a:buNone/>
                </a:pPr>
                <a:r>
                  <a:rPr lang="en-GB" dirty="0"/>
                  <a:t>       </a:t>
                </a:r>
                <a14:m>
                  <m:oMath xmlns:m="http://schemas.openxmlformats.org/officeDocument/2006/math">
                    <m:r>
                      <a:rPr lang="en-GB" b="1" i="1" smtClean="0">
                        <a:latin typeface="Cambria Math" panose="02040503050406030204" pitchFamily="18" charset="0"/>
                      </a:rPr>
                      <m:t>𝒁</m:t>
                    </m:r>
                    <m:r>
                      <a:rPr lang="en-GB" b="0" i="1" smtClean="0">
                        <a:latin typeface="Cambria Math" panose="02040503050406030204" pitchFamily="18" charset="0"/>
                      </a:rPr>
                      <m:t>|</m:t>
                    </m:r>
                    <m:r>
                      <a:rPr lang="en-GB" b="1" i="1" smtClean="0">
                        <a:latin typeface="Cambria Math" panose="02040503050406030204" pitchFamily="18" charset="0"/>
                      </a:rPr>
                      <m:t>𝜽</m:t>
                    </m:r>
                    <m:r>
                      <a:rPr lang="en-GB" b="0" i="1" smtClean="0">
                        <a:latin typeface="Cambria Math" panose="02040503050406030204" pitchFamily="18" charset="0"/>
                      </a:rPr>
                      <m:t>∼</m:t>
                    </m:r>
                    <m:r>
                      <a:rPr lang="en-GB" b="0" i="1" smtClean="0">
                        <a:latin typeface="Cambria Math" panose="02040503050406030204" pitchFamily="18" charset="0"/>
                      </a:rPr>
                      <m:t>𝑁</m:t>
                    </m:r>
                    <m:r>
                      <a:rPr lang="en-GB" b="0" i="0" smtClean="0">
                        <a:latin typeface="Cambria Math" panose="02040503050406030204" pitchFamily="18" charset="0"/>
                      </a:rPr>
                      <m:t>(</m:t>
                    </m:r>
                    <m:r>
                      <a:rPr lang="en-GB" b="1" i="1">
                        <a:latin typeface="Cambria Math" panose="02040503050406030204" pitchFamily="18" charset="0"/>
                      </a:rPr>
                      <m:t>𝟎</m:t>
                    </m:r>
                    <m:r>
                      <a:rPr lang="en-GB" b="0" i="1">
                        <a:latin typeface="Cambria Math" panose="02040503050406030204" pitchFamily="18" charset="0"/>
                      </a:rPr>
                      <m:t>,</m:t>
                    </m:r>
                    <m:r>
                      <a:rPr lang="en-GB" i="1">
                        <a:latin typeface="Cambria Math" panose="02040503050406030204" pitchFamily="18" charset="0"/>
                      </a:rPr>
                      <m:t> </m:t>
                    </m:r>
                    <m:r>
                      <a:rPr lang="en-GB" b="1">
                        <a:latin typeface="Cambria Math" panose="02040503050406030204" pitchFamily="18" charset="0"/>
                      </a:rPr>
                      <m:t>𝚺</m:t>
                    </m:r>
                    <m:r>
                      <a:rPr lang="en-GB" b="1" i="0"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𝜎</m:t>
                        </m:r>
                      </m:e>
                      <m:sup>
                        <m:r>
                          <a:rPr lang="en-GB" b="0" i="1" smtClean="0">
                            <a:latin typeface="Cambria Math" panose="02040503050406030204" pitchFamily="18" charset="0"/>
                          </a:rPr>
                          <m:t>2</m:t>
                        </m:r>
                      </m:sup>
                    </m:sSup>
                    <m:r>
                      <a:rPr lang="en-GB" b="0" i="1" smtClean="0">
                        <a:latin typeface="Cambria Math" panose="02040503050406030204" pitchFamily="18" charset="0"/>
                      </a:rPr>
                      <m:t>,</m:t>
                    </m:r>
                    <m:r>
                      <a:rPr lang="en-GB" b="0" i="1" smtClean="0">
                        <a:latin typeface="Cambria Math" panose="02040503050406030204" pitchFamily="18" charset="0"/>
                      </a:rPr>
                      <m:t>𝑟</m:t>
                    </m:r>
                    <m:r>
                      <a:rPr lang="en-GB" b="1" i="0" smtClean="0">
                        <a:latin typeface="Cambria Math" panose="02040503050406030204" pitchFamily="18" charset="0"/>
                      </a:rPr>
                      <m:t>)</m:t>
                    </m:r>
                    <m:r>
                      <a:rPr lang="en-GB" b="0" i="0" smtClean="0">
                        <a:latin typeface="Cambria Math" panose="02040503050406030204" pitchFamily="18" charset="0"/>
                      </a:rPr>
                      <m:t>)</m:t>
                    </m:r>
                  </m:oMath>
                </a14:m>
                <a:r>
                  <a:rPr lang="en-GB" b="0" i="0" dirty="0">
                    <a:latin typeface="Cambria Math" panose="02040503050406030204" pitchFamily="18" charset="0"/>
                  </a:rPr>
                  <a:t>,                   [process | parameters]</a:t>
                </a:r>
              </a:p>
              <a:p>
                <a:pPr marL="0" indent="0">
                  <a:buNone/>
                </a:pPr>
                <a:r>
                  <a:rPr lang="en-GB" b="0" dirty="0"/>
                  <a:t>    </a:t>
                </a:r>
                <a14:m>
                  <m:oMath xmlns:m="http://schemas.openxmlformats.org/officeDocument/2006/math">
                    <m:r>
                      <a:rPr lang="en-GB" b="0" i="1" smtClean="0">
                        <a:latin typeface="Cambria Math" panose="02040503050406030204" pitchFamily="18" charset="0"/>
                      </a:rPr>
                      <m:t>𝑝</m:t>
                    </m:r>
                    <m:d>
                      <m:dPr>
                        <m:ctrlPr>
                          <a:rPr lang="en-GB" b="1" i="1" smtClean="0">
                            <a:latin typeface="Cambria Math" panose="02040503050406030204" pitchFamily="18" charset="0"/>
                          </a:rPr>
                        </m:ctrlPr>
                      </m:dPr>
                      <m:e>
                        <m:r>
                          <a:rPr lang="en-GB" b="1" i="1" smtClean="0">
                            <a:latin typeface="Cambria Math" panose="02040503050406030204" pitchFamily="18" charset="0"/>
                          </a:rPr>
                          <m:t>𝜽</m:t>
                        </m:r>
                      </m:e>
                    </m:d>
                    <m:r>
                      <a:rPr lang="en-GB" b="0" i="1" smtClean="0">
                        <a:latin typeface="Cambria Math" panose="02040503050406030204" pitchFamily="18" charset="0"/>
                      </a:rPr>
                      <m:t>=</m:t>
                    </m:r>
                    <m:r>
                      <a:rPr lang="en-GB" b="0" i="1" smtClean="0">
                        <a:latin typeface="Cambria Math" panose="02040503050406030204" pitchFamily="18" charset="0"/>
                      </a:rPr>
                      <m:t>𝑝</m:t>
                    </m:r>
                    <m:d>
                      <m:dPr>
                        <m:ctrlPr>
                          <a:rPr lang="en-GB" b="1" i="1" smtClean="0">
                            <a:latin typeface="Cambria Math" panose="02040503050406030204" pitchFamily="18" charset="0"/>
                          </a:rPr>
                        </m:ctrlPr>
                      </m:dPr>
                      <m:e>
                        <m:r>
                          <a:rPr lang="en-GB" b="1" i="1" smtClean="0">
                            <a:latin typeface="Cambria Math" panose="02040503050406030204" pitchFamily="18" charset="0"/>
                          </a:rPr>
                          <m:t>𝜷</m:t>
                        </m:r>
                      </m:e>
                    </m:d>
                    <m:r>
                      <a:rPr lang="en-GB" b="0" i="1" smtClean="0">
                        <a:latin typeface="Cambria Math" panose="02040503050406030204" pitchFamily="18" charset="0"/>
                      </a:rPr>
                      <m:t>𝑝</m:t>
                    </m:r>
                    <m:d>
                      <m:dPr>
                        <m:ctrlPr>
                          <a:rPr lang="en-GB" i="1">
                            <a:latin typeface="Cambria Math" panose="02040503050406030204" pitchFamily="18" charset="0"/>
                          </a:rPr>
                        </m:ctrlPr>
                      </m:dPr>
                      <m:e>
                        <m:sSup>
                          <m:sSupPr>
                            <m:ctrlPr>
                              <a:rPr lang="en-GB" i="1">
                                <a:latin typeface="Cambria Math" panose="02040503050406030204" pitchFamily="18" charset="0"/>
                              </a:rPr>
                            </m:ctrlPr>
                          </m:sSupPr>
                          <m:e>
                            <m:r>
                              <a:rPr lang="en-GB" i="1">
                                <a:latin typeface="Cambria Math" panose="02040503050406030204" pitchFamily="18" charset="0"/>
                              </a:rPr>
                              <m:t>𝜎</m:t>
                            </m:r>
                          </m:e>
                          <m:sup>
                            <m:r>
                              <a:rPr lang="en-GB" i="1">
                                <a:latin typeface="Cambria Math" panose="02040503050406030204" pitchFamily="18" charset="0"/>
                              </a:rPr>
                              <m:t>2</m:t>
                            </m:r>
                          </m:sup>
                        </m:sSup>
                      </m:e>
                    </m:d>
                    <m:r>
                      <a:rPr lang="en-GB" b="0" i="1" smtClean="0">
                        <a:latin typeface="Cambria Math" panose="02040503050406030204" pitchFamily="18" charset="0"/>
                      </a:rPr>
                      <m:t>𝑝</m:t>
                    </m:r>
                    <m:d>
                      <m:dPr>
                        <m:ctrlPr>
                          <a:rPr lang="en-GB" i="1">
                            <a:latin typeface="Cambria Math" panose="02040503050406030204" pitchFamily="18" charset="0"/>
                          </a:rPr>
                        </m:ctrlPr>
                      </m:dPr>
                      <m:e>
                        <m:sSup>
                          <m:sSupPr>
                            <m:ctrlPr>
                              <a:rPr lang="en-GB" i="1">
                                <a:latin typeface="Cambria Math" panose="02040503050406030204" pitchFamily="18" charset="0"/>
                              </a:rPr>
                            </m:ctrlPr>
                          </m:sSupPr>
                          <m:e>
                            <m:r>
                              <a:rPr lang="en-GB" i="1">
                                <a:latin typeface="Cambria Math" panose="02040503050406030204" pitchFamily="18" charset="0"/>
                              </a:rPr>
                              <m:t>𝜏</m:t>
                            </m:r>
                          </m:e>
                          <m:sup>
                            <m:r>
                              <a:rPr lang="en-GB" i="1">
                                <a:latin typeface="Cambria Math" panose="02040503050406030204" pitchFamily="18" charset="0"/>
                              </a:rPr>
                              <m:t>2</m:t>
                            </m:r>
                          </m:sup>
                        </m:sSup>
                      </m:e>
                    </m:d>
                    <m:r>
                      <a:rPr lang="en-GB" b="0" i="1" smtClean="0">
                        <a:latin typeface="Cambria Math" panose="02040503050406030204" pitchFamily="18" charset="0"/>
                      </a:rPr>
                      <m:t>𝑝</m:t>
                    </m:r>
                    <m:r>
                      <a:rPr lang="en-GB" b="0" i="1" smtClean="0">
                        <a:latin typeface="Cambria Math" panose="02040503050406030204" pitchFamily="18" charset="0"/>
                      </a:rPr>
                      <m:t>(</m:t>
                    </m:r>
                    <m:r>
                      <a:rPr lang="en-GB" i="1">
                        <a:latin typeface="Cambria Math" panose="02040503050406030204" pitchFamily="18" charset="0"/>
                      </a:rPr>
                      <m:t>𝑟</m:t>
                    </m:r>
                    <m:r>
                      <a:rPr lang="en-GB" b="0" i="1" smtClean="0">
                        <a:latin typeface="Cambria Math" panose="02040503050406030204" pitchFamily="18" charset="0"/>
                      </a:rPr>
                      <m:t>)</m:t>
                    </m:r>
                  </m:oMath>
                </a14:m>
                <a:r>
                  <a:rPr lang="en-GB" dirty="0"/>
                  <a:t>,      [parameters]</a:t>
                </a:r>
              </a:p>
              <a:p>
                <a:pPr marL="0" indent="0">
                  <a:buNone/>
                </a:pPr>
                <a:r>
                  <a:rPr lang="en-GB" dirty="0"/>
                  <a:t>assuming independent priors. </a:t>
                </a:r>
              </a:p>
              <a:p>
                <a:pPr marL="0" indent="0">
                  <a:buNone/>
                </a:pPr>
                <a:r>
                  <a:rPr lang="en-GB" dirty="0"/>
                  <a:t>Note that the matrix </a:t>
                </a:r>
                <a14:m>
                  <m:oMath xmlns:m="http://schemas.openxmlformats.org/officeDocument/2006/math">
                    <m:r>
                      <a:rPr lang="en-GB" i="1">
                        <a:latin typeface="Cambria Math" panose="02040503050406030204" pitchFamily="18" charset="0"/>
                      </a:rPr>
                      <m:t>𝑋</m:t>
                    </m:r>
                  </m:oMath>
                </a14:m>
                <a:r>
                  <a:rPr lang="en-GB" dirty="0"/>
                  <a:t> is obtained as a stacking of the row vectors </a:t>
                </a:r>
                <a14:m>
                  <m:oMath xmlns:m="http://schemas.openxmlformats.org/officeDocument/2006/math">
                    <m:r>
                      <a:rPr lang="en-GB" b="1" i="0" smtClean="0">
                        <a:latin typeface="Cambria Math" panose="02040503050406030204" pitchFamily="18" charset="0"/>
                      </a:rPr>
                      <m:t>𝐱</m:t>
                    </m:r>
                    <m:sSup>
                      <m:sSupPr>
                        <m:ctrlPr>
                          <a:rPr lang="en-GB" b="1" i="1" smtClean="0">
                            <a:latin typeface="Cambria Math" panose="02040503050406030204" pitchFamily="18" charset="0"/>
                          </a:rPr>
                        </m:ctrlPr>
                      </m:sSupPr>
                      <m:e>
                        <m:d>
                          <m:dPr>
                            <m:ctrlPr>
                              <a:rPr lang="en-GB" b="1" i="1" smtClean="0">
                                <a:latin typeface="Cambria Math" panose="02040503050406030204" pitchFamily="18" charset="0"/>
                              </a:rPr>
                            </m:ctrlPr>
                          </m:dPr>
                          <m:e>
                            <m:sSub>
                              <m:sSubPr>
                                <m:ctrlPr>
                                  <a:rPr lang="en-GB" b="1" i="1" smtClean="0">
                                    <a:latin typeface="Cambria Math" panose="02040503050406030204" pitchFamily="18" charset="0"/>
                                  </a:rPr>
                                </m:ctrlPr>
                              </m:sSubPr>
                              <m:e>
                                <m:r>
                                  <a:rPr lang="en-GB" b="1" i="1" smtClean="0">
                                    <a:latin typeface="Cambria Math" panose="02040503050406030204" pitchFamily="18" charset="0"/>
                                  </a:rPr>
                                  <m:t>𝒔</m:t>
                                </m:r>
                              </m:e>
                              <m:sub>
                                <m:r>
                                  <a:rPr lang="en-GB" b="0" i="1" smtClean="0">
                                    <a:latin typeface="Cambria Math" panose="02040503050406030204" pitchFamily="18" charset="0"/>
                                  </a:rPr>
                                  <m:t>1</m:t>
                                </m:r>
                              </m:sub>
                            </m:sSub>
                          </m:e>
                        </m:d>
                      </m:e>
                      <m:sup>
                        <m:r>
                          <a:rPr lang="en-GB" b="0" i="1" smtClean="0">
                            <a:latin typeface="Cambria Math" panose="02040503050406030204" pitchFamily="18" charset="0"/>
                          </a:rPr>
                          <m:t>𝑇</m:t>
                        </m:r>
                      </m:sup>
                    </m:sSup>
                    <m:r>
                      <a:rPr lang="en-GB" b="0" i="1" smtClean="0">
                        <a:latin typeface="Cambria Math" panose="02040503050406030204" pitchFamily="18" charset="0"/>
                      </a:rPr>
                      <m:t>,…,</m:t>
                    </m:r>
                    <m:r>
                      <a:rPr lang="en-GB" b="1">
                        <a:latin typeface="Cambria Math" panose="02040503050406030204" pitchFamily="18" charset="0"/>
                      </a:rPr>
                      <m:t>𝐱</m:t>
                    </m:r>
                    <m:sSup>
                      <m:sSupPr>
                        <m:ctrlPr>
                          <a:rPr lang="en-GB" b="1" i="1">
                            <a:latin typeface="Cambria Math" panose="02040503050406030204" pitchFamily="18" charset="0"/>
                          </a:rPr>
                        </m:ctrlPr>
                      </m:sSupPr>
                      <m:e>
                        <m:d>
                          <m:dPr>
                            <m:ctrlPr>
                              <a:rPr lang="en-GB" b="1" i="1">
                                <a:latin typeface="Cambria Math" panose="02040503050406030204" pitchFamily="18" charset="0"/>
                              </a:rPr>
                            </m:ctrlPr>
                          </m:dPr>
                          <m:e>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b="0" i="1" smtClean="0">
                                    <a:latin typeface="Cambria Math" panose="02040503050406030204" pitchFamily="18" charset="0"/>
                                  </a:rPr>
                                  <m:t>𝑛</m:t>
                                </m:r>
                              </m:sub>
                            </m:sSub>
                          </m:e>
                        </m:d>
                      </m:e>
                      <m:sup>
                        <m:r>
                          <a:rPr lang="en-GB" i="1">
                            <a:latin typeface="Cambria Math" panose="02040503050406030204" pitchFamily="18" charset="0"/>
                          </a:rPr>
                          <m:t>𝑇</m:t>
                        </m:r>
                      </m:sup>
                    </m:sSup>
                  </m:oMath>
                </a14:m>
                <a:r>
                  <a:rPr lang="en-GB" dirty="0"/>
                  <a:t>.</a:t>
                </a:r>
              </a:p>
            </p:txBody>
          </p:sp>
        </mc:Choice>
        <mc:Fallback xmlns="">
          <p:sp>
            <p:nvSpPr>
              <p:cNvPr id="3" name="Content Placeholder 2">
                <a:extLst>
                  <a:ext uri="{FF2B5EF4-FFF2-40B4-BE49-F238E27FC236}">
                    <a16:creationId xmlns:a16="http://schemas.microsoft.com/office/drawing/2014/main" id="{B17C9D08-E2E2-DC5F-A6D1-A3C15DB169B8}"/>
                  </a:ext>
                </a:extLst>
              </p:cNvPr>
              <p:cNvSpPr>
                <a:spLocks noGrp="1" noRot="1" noChangeAspect="1" noMove="1" noResize="1" noEditPoints="1" noAdjustHandles="1" noChangeArrowheads="1" noChangeShapeType="1" noTextEdit="1"/>
              </p:cNvSpPr>
              <p:nvPr>
                <p:ph idx="1"/>
              </p:nvPr>
            </p:nvSpPr>
            <p:spPr>
              <a:xfrm>
                <a:off x="838200" y="1491328"/>
                <a:ext cx="10515600" cy="4351338"/>
              </a:xfrm>
              <a:blipFill>
                <a:blip r:embed="rId2"/>
                <a:stretch>
                  <a:fillRect l="-1217" t="-2384" r="-928" b="-3226"/>
                </a:stretch>
              </a:blipFill>
            </p:spPr>
            <p:txBody>
              <a:bodyPr/>
              <a:lstStyle/>
              <a:p>
                <a:r>
                  <a:rPr lang="en-GB">
                    <a:noFill/>
                  </a:rPr>
                  <a:t> </a:t>
                </a:r>
              </a:p>
            </p:txBody>
          </p:sp>
        </mc:Fallback>
      </mc:AlternateContent>
      <p:sp>
        <p:nvSpPr>
          <p:cNvPr id="6" name="Title 1">
            <a:extLst>
              <a:ext uri="{FF2B5EF4-FFF2-40B4-BE49-F238E27FC236}">
                <a16:creationId xmlns:a16="http://schemas.microsoft.com/office/drawing/2014/main" id="{16E4679B-99DF-3936-528B-D92ED30655DB}"/>
              </a:ext>
            </a:extLst>
          </p:cNvPr>
          <p:cNvSpPr txBox="1">
            <a:spLocks noGrp="1"/>
          </p:cNvSpPr>
          <p:nvPr>
            <p:ph type="title"/>
          </p:nvPr>
        </p:nvSpPr>
        <p:spPr>
          <a:xfrm>
            <a:off x="248264" y="53104"/>
            <a:ext cx="10515600" cy="627933"/>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solidFill>
                  <a:schemeClr val="bg1"/>
                </a:solidFill>
                <a:latin typeface="+mn-lt"/>
              </a:rPr>
              <a:t>Model specification</a:t>
            </a:r>
          </a:p>
        </p:txBody>
      </p:sp>
    </p:spTree>
    <p:extLst>
      <p:ext uri="{BB962C8B-B14F-4D97-AF65-F5344CB8AC3E}">
        <p14:creationId xmlns:p14="http://schemas.microsoft.com/office/powerpoint/2010/main" val="2979795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03DC662-25FC-3E07-C292-3727C78DD8EC}"/>
                  </a:ext>
                </a:extLst>
              </p:cNvPr>
              <p:cNvSpPr>
                <a:spLocks noGrp="1"/>
              </p:cNvSpPr>
              <p:nvPr>
                <p:ph idx="1"/>
              </p:nvPr>
            </p:nvSpPr>
            <p:spPr>
              <a:xfrm>
                <a:off x="838200" y="1484211"/>
                <a:ext cx="10515600" cy="5073906"/>
              </a:xfrm>
            </p:spPr>
            <p:txBody>
              <a:bodyPr>
                <a:normAutofit/>
              </a:bodyPr>
              <a:lstStyle/>
              <a:p>
                <a:r>
                  <a:rPr lang="en-GB" dirty="0"/>
                  <a:t>We can generalize equation (1) for </a:t>
                </a:r>
                <a14:m>
                  <m:oMath xmlns:m="http://schemas.openxmlformats.org/officeDocument/2006/math">
                    <m:r>
                      <a:rPr lang="en-GB" b="1" i="1" smtClean="0">
                        <a:latin typeface="Cambria Math" panose="02040503050406030204" pitchFamily="18" charset="0"/>
                      </a:rPr>
                      <m:t>𝒀</m:t>
                    </m:r>
                  </m:oMath>
                </a14:m>
                <a:r>
                  <a:rPr lang="en-GB" dirty="0"/>
                  <a:t>  </a:t>
                </a:r>
                <a14:m>
                  <m:oMath xmlns:m="http://schemas.openxmlformats.org/officeDocument/2006/math">
                    <m:r>
                      <m:rPr>
                        <m:nor/>
                      </m:rPr>
                      <a:rPr lang="en-GB" i="0" dirty="0"/>
                      <m:t>to the exponential family of distributions (Gaussian, Poisson, Binomial, Gamma, etc)</m:t>
                    </m:r>
                  </m:oMath>
                </a14:m>
                <a:endParaRPr lang="en-GB" dirty="0"/>
              </a:p>
              <a:p>
                <a:r>
                  <a:rPr lang="en-GB" dirty="0"/>
                  <a:t>For example, for the binomial case, we can write the model as</a:t>
                </a:r>
              </a:p>
              <a:p>
                <a:endParaRPr lang="en-GB" dirty="0"/>
              </a:p>
              <a:p>
                <a:pPr marL="0" indent="0">
                  <a:buNone/>
                </a:pPr>
                <a:r>
                  <a:rPr lang="en-GB" b="0" dirty="0"/>
                  <a:t>                     </a:t>
                </a:r>
                <a14:m>
                  <m:oMath xmlns:m="http://schemas.openxmlformats.org/officeDocument/2006/math">
                    <m:r>
                      <a:rPr lang="en-GB" b="0" i="1" smtClean="0">
                        <a:latin typeface="Cambria Math" panose="02040503050406030204" pitchFamily="18" charset="0"/>
                      </a:rPr>
                      <m:t>𝑌</m:t>
                    </m:r>
                    <m:d>
                      <m:dPr>
                        <m:ctrlPr>
                          <a:rPr lang="en-GB" b="1" i="1" smtClean="0">
                            <a:latin typeface="Cambria Math" panose="02040503050406030204" pitchFamily="18" charset="0"/>
                          </a:rPr>
                        </m:ctrlPr>
                      </m:dPr>
                      <m:e>
                        <m:sSub>
                          <m:sSubPr>
                            <m:ctrlPr>
                              <a:rPr lang="en-GB" b="1" i="1" smtClean="0">
                                <a:latin typeface="Cambria Math" panose="02040503050406030204" pitchFamily="18" charset="0"/>
                              </a:rPr>
                            </m:ctrlPr>
                          </m:sSubPr>
                          <m:e>
                            <m:r>
                              <a:rPr lang="en-GB" b="1" i="1" smtClean="0">
                                <a:latin typeface="Cambria Math" panose="02040503050406030204" pitchFamily="18" charset="0"/>
                              </a:rPr>
                              <m:t>𝒔</m:t>
                            </m:r>
                          </m:e>
                          <m:sub>
                            <m:r>
                              <a:rPr lang="en-GB" b="0" i="1" smtClean="0">
                                <a:latin typeface="Cambria Math" panose="02040503050406030204" pitchFamily="18" charset="0"/>
                              </a:rPr>
                              <m:t>𝑖</m:t>
                            </m:r>
                          </m:sub>
                        </m:sSub>
                      </m:e>
                    </m:d>
                    <m:r>
                      <a:rPr lang="en-GB" b="0" i="1" smtClean="0">
                        <a:latin typeface="Cambria Math" panose="02040503050406030204" pitchFamily="18" charset="0"/>
                      </a:rPr>
                      <m:t>∼</m:t>
                    </m:r>
                    <m:r>
                      <m:rPr>
                        <m:sty m:val="p"/>
                      </m:rPr>
                      <a:rPr lang="en-GB" b="0" i="0" smtClean="0">
                        <a:latin typeface="Cambria Math" panose="02040503050406030204" pitchFamily="18" charset="0"/>
                      </a:rPr>
                      <m:t>Binomial</m:t>
                    </m:r>
                    <m:r>
                      <a:rPr lang="en-GB" b="0" i="1" smtClean="0">
                        <a:latin typeface="Cambria Math" panose="02040503050406030204" pitchFamily="18" charset="0"/>
                      </a:rPr>
                      <m:t>(</m:t>
                    </m:r>
                    <m:r>
                      <a:rPr lang="en-GB" b="0" i="1" smtClean="0">
                        <a:latin typeface="Cambria Math" panose="02040503050406030204" pitchFamily="18" charset="0"/>
                      </a:rPr>
                      <m:t>𝑚</m:t>
                    </m:r>
                    <m:d>
                      <m:dPr>
                        <m:ctrlPr>
                          <a:rPr lang="en-GB" b="1" i="1">
                            <a:latin typeface="Cambria Math" panose="02040503050406030204" pitchFamily="18" charset="0"/>
                          </a:rPr>
                        </m:ctrlPr>
                      </m:dPr>
                      <m:e>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i="1">
                                <a:latin typeface="Cambria Math" panose="02040503050406030204" pitchFamily="18" charset="0"/>
                              </a:rPr>
                              <m:t>𝑖</m:t>
                            </m:r>
                          </m:sub>
                        </m:sSub>
                      </m:e>
                    </m:d>
                    <m:r>
                      <a:rPr lang="en-GB" b="0" i="1" smtClean="0">
                        <a:latin typeface="Cambria Math" panose="02040503050406030204" pitchFamily="18" charset="0"/>
                      </a:rPr>
                      <m:t>,</m:t>
                    </m:r>
                    <m:r>
                      <a:rPr lang="en-GB" b="0" i="1" smtClean="0">
                        <a:latin typeface="Cambria Math" panose="02040503050406030204" pitchFamily="18" charset="0"/>
                      </a:rPr>
                      <m:t>𝑝</m:t>
                    </m:r>
                    <m:d>
                      <m:dPr>
                        <m:ctrlPr>
                          <a:rPr lang="en-GB" b="1" i="1">
                            <a:latin typeface="Cambria Math" panose="02040503050406030204" pitchFamily="18" charset="0"/>
                          </a:rPr>
                        </m:ctrlPr>
                      </m:dPr>
                      <m:e>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i="1">
                                <a:latin typeface="Cambria Math" panose="02040503050406030204" pitchFamily="18" charset="0"/>
                              </a:rPr>
                              <m:t>𝑖</m:t>
                            </m:r>
                          </m:sub>
                        </m:sSub>
                      </m:e>
                    </m:d>
                    <m:r>
                      <a:rPr lang="en-GB" b="0" i="1" smtClean="0">
                        <a:latin typeface="Cambria Math" panose="02040503050406030204" pitchFamily="18" charset="0"/>
                      </a:rPr>
                      <m:t>)</m:t>
                    </m:r>
                  </m:oMath>
                </a14:m>
                <a:r>
                  <a:rPr lang="en-GB" dirty="0"/>
                  <a:t>                                          (4)  </a:t>
                </a:r>
              </a:p>
              <a:p>
                <a:pPr marL="0" indent="0">
                  <a:buNone/>
                </a:pPr>
                <a:r>
                  <a:rPr lang="en-GB" b="0" dirty="0"/>
                  <a:t>       </a:t>
                </a:r>
                <a14:m>
                  <m:oMath xmlns:m="http://schemas.openxmlformats.org/officeDocument/2006/math">
                    <m:r>
                      <m:rPr>
                        <m:sty m:val="p"/>
                      </m:rPr>
                      <a:rPr lang="en-GB" b="0" i="0" smtClean="0">
                        <a:latin typeface="Cambria Math" panose="02040503050406030204" pitchFamily="18" charset="0"/>
                      </a:rPr>
                      <m:t>logit</m:t>
                    </m:r>
                    <m:d>
                      <m:dPr>
                        <m:ctrlPr>
                          <a:rPr lang="en-GB" b="0" i="1" smtClean="0">
                            <a:latin typeface="Cambria Math" panose="02040503050406030204" pitchFamily="18" charset="0"/>
                          </a:rPr>
                        </m:ctrlPr>
                      </m:dPr>
                      <m:e>
                        <m:r>
                          <a:rPr lang="en-GB" b="0" i="1" smtClean="0">
                            <a:latin typeface="Cambria Math" panose="02040503050406030204" pitchFamily="18" charset="0"/>
                          </a:rPr>
                          <m:t>𝑝</m:t>
                        </m:r>
                        <m:d>
                          <m:dPr>
                            <m:ctrlPr>
                              <a:rPr lang="en-GB" b="1" i="1">
                                <a:latin typeface="Cambria Math" panose="02040503050406030204" pitchFamily="18" charset="0"/>
                              </a:rPr>
                            </m:ctrlPr>
                          </m:dPr>
                          <m:e>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i="1">
                                    <a:latin typeface="Cambria Math" panose="02040503050406030204" pitchFamily="18" charset="0"/>
                                  </a:rPr>
                                  <m:t>𝑖</m:t>
                                </m:r>
                              </m:sub>
                            </m:sSub>
                          </m:e>
                        </m:d>
                      </m:e>
                    </m:d>
                    <m:r>
                      <a:rPr lang="en-GB" b="0" i="1" smtClean="0">
                        <a:latin typeface="Cambria Math" panose="02040503050406030204" pitchFamily="18" charset="0"/>
                      </a:rPr>
                      <m:t>=</m:t>
                    </m:r>
                    <m:func>
                      <m:funcPr>
                        <m:ctrlPr>
                          <a:rPr lang="en-GB" b="0" i="0" smtClean="0">
                            <a:latin typeface="Cambria Math" panose="02040503050406030204" pitchFamily="18" charset="0"/>
                          </a:rPr>
                        </m:ctrlPr>
                      </m:funcPr>
                      <m:fName>
                        <m:r>
                          <m:rPr>
                            <m:sty m:val="p"/>
                          </m:rPr>
                          <a:rPr lang="en-GB" b="0" i="0" smtClean="0">
                            <a:latin typeface="Cambria Math" panose="02040503050406030204" pitchFamily="18" charset="0"/>
                          </a:rPr>
                          <m:t>log</m:t>
                        </m:r>
                      </m:fName>
                      <m:e>
                        <m:d>
                          <m:dPr>
                            <m:ctrlPr>
                              <a:rPr lang="en-GB" b="0" i="1" smtClean="0">
                                <a:latin typeface="Cambria Math" panose="02040503050406030204" pitchFamily="18" charset="0"/>
                              </a:rPr>
                            </m:ctrlPr>
                          </m:dPr>
                          <m:e>
                            <m:f>
                              <m:fPr>
                                <m:ctrlPr>
                                  <a:rPr lang="en-GB" b="0" i="1" smtClean="0">
                                    <a:latin typeface="Cambria Math" panose="02040503050406030204" pitchFamily="18" charset="0"/>
                                  </a:rPr>
                                </m:ctrlPr>
                              </m:fPr>
                              <m:num>
                                <m:r>
                                  <a:rPr lang="en-GB" b="0" i="1" smtClean="0">
                                    <a:latin typeface="Cambria Math" panose="02040503050406030204" pitchFamily="18" charset="0"/>
                                  </a:rPr>
                                  <m:t>𝑝</m:t>
                                </m:r>
                                <m:d>
                                  <m:dPr>
                                    <m:ctrlPr>
                                      <a:rPr lang="en-GB" b="1" i="1">
                                        <a:latin typeface="Cambria Math" panose="02040503050406030204" pitchFamily="18" charset="0"/>
                                      </a:rPr>
                                    </m:ctrlPr>
                                  </m:dPr>
                                  <m:e>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i="1">
                                            <a:latin typeface="Cambria Math" panose="02040503050406030204" pitchFamily="18" charset="0"/>
                                          </a:rPr>
                                          <m:t>𝑖</m:t>
                                        </m:r>
                                      </m:sub>
                                    </m:sSub>
                                  </m:e>
                                </m:d>
                              </m:num>
                              <m:den>
                                <m:r>
                                  <a:rPr lang="en-GB" b="0" i="1" smtClean="0">
                                    <a:latin typeface="Cambria Math" panose="02040503050406030204" pitchFamily="18" charset="0"/>
                                  </a:rPr>
                                  <m:t>1−</m:t>
                                </m:r>
                                <m:r>
                                  <a:rPr lang="en-GB" b="0" i="1" smtClean="0">
                                    <a:latin typeface="Cambria Math" panose="02040503050406030204" pitchFamily="18" charset="0"/>
                                  </a:rPr>
                                  <m:t>𝑝</m:t>
                                </m:r>
                                <m:d>
                                  <m:dPr>
                                    <m:ctrlPr>
                                      <a:rPr lang="en-GB" b="1" i="1">
                                        <a:latin typeface="Cambria Math" panose="02040503050406030204" pitchFamily="18" charset="0"/>
                                      </a:rPr>
                                    </m:ctrlPr>
                                  </m:dPr>
                                  <m:e>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i="1">
                                            <a:latin typeface="Cambria Math" panose="02040503050406030204" pitchFamily="18" charset="0"/>
                                          </a:rPr>
                                          <m:t>𝑖</m:t>
                                        </m:r>
                                      </m:sub>
                                    </m:sSub>
                                  </m:e>
                                </m:d>
                              </m:den>
                            </m:f>
                          </m:e>
                        </m:d>
                      </m:e>
                    </m:func>
                    <m:r>
                      <a:rPr lang="en-GB" b="0" i="1" smtClean="0">
                        <a:latin typeface="Cambria Math" panose="02040503050406030204" pitchFamily="18" charset="0"/>
                      </a:rPr>
                      <m:t>=</m:t>
                    </m:r>
                    <m:r>
                      <a:rPr lang="en-GB" b="1" i="1">
                        <a:latin typeface="Cambria Math" panose="02040503050406030204" pitchFamily="18" charset="0"/>
                      </a:rPr>
                      <m:t>𝐱</m:t>
                    </m:r>
                    <m:sSup>
                      <m:sSupPr>
                        <m:ctrlPr>
                          <a:rPr lang="en-GB" b="1" i="1">
                            <a:latin typeface="Cambria Math" panose="02040503050406030204" pitchFamily="18" charset="0"/>
                          </a:rPr>
                        </m:ctrlPr>
                      </m:sSupPr>
                      <m:e>
                        <m:d>
                          <m:dPr>
                            <m:ctrlPr>
                              <a:rPr lang="en-GB" b="1" i="1">
                                <a:latin typeface="Cambria Math" panose="02040503050406030204" pitchFamily="18" charset="0"/>
                              </a:rPr>
                            </m:ctrlPr>
                          </m:dPr>
                          <m:e>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i="1">
                                    <a:latin typeface="Cambria Math" panose="02040503050406030204" pitchFamily="18" charset="0"/>
                                  </a:rPr>
                                  <m:t>𝑖</m:t>
                                </m:r>
                              </m:sub>
                            </m:sSub>
                          </m:e>
                        </m:d>
                      </m:e>
                      <m:sup>
                        <m:r>
                          <a:rPr lang="en-GB" i="1">
                            <a:latin typeface="Cambria Math" panose="02040503050406030204" pitchFamily="18" charset="0"/>
                          </a:rPr>
                          <m:t>𝑇</m:t>
                        </m:r>
                      </m:sup>
                    </m:sSup>
                    <m:r>
                      <a:rPr lang="en-GB" b="1" i="1">
                        <a:latin typeface="Cambria Math" panose="02040503050406030204" pitchFamily="18" charset="0"/>
                      </a:rPr>
                      <m:t>𝜷</m:t>
                    </m:r>
                    <m:r>
                      <a:rPr lang="en-GB" b="1" i="1">
                        <a:latin typeface="Cambria Math" panose="02040503050406030204" pitchFamily="18" charset="0"/>
                      </a:rPr>
                      <m:t>+</m:t>
                    </m:r>
                    <m:r>
                      <a:rPr lang="en-GB" i="1">
                        <a:latin typeface="Cambria Math" panose="02040503050406030204" pitchFamily="18" charset="0"/>
                      </a:rPr>
                      <m:t>𝑍</m:t>
                    </m:r>
                    <m:d>
                      <m:dPr>
                        <m:ctrlPr>
                          <a:rPr lang="en-GB" b="1" i="1">
                            <a:latin typeface="Cambria Math" panose="02040503050406030204" pitchFamily="18" charset="0"/>
                          </a:rPr>
                        </m:ctrlPr>
                      </m:dPr>
                      <m:e>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i="1">
                                <a:latin typeface="Cambria Math" panose="02040503050406030204" pitchFamily="18" charset="0"/>
                              </a:rPr>
                              <m:t>𝑖</m:t>
                            </m:r>
                          </m:sub>
                        </m:sSub>
                      </m:e>
                    </m:d>
                    <m:r>
                      <a:rPr lang="en-GB" b="1" i="1">
                        <a:latin typeface="Cambria Math" panose="02040503050406030204" pitchFamily="18" charset="0"/>
                      </a:rPr>
                      <m:t>+</m:t>
                    </m:r>
                    <m:r>
                      <a:rPr lang="en-GB" i="1">
                        <a:latin typeface="Cambria Math" panose="02040503050406030204" pitchFamily="18" charset="0"/>
                      </a:rPr>
                      <m:t>𝜖</m:t>
                    </m:r>
                    <m:d>
                      <m:dPr>
                        <m:ctrlPr>
                          <a:rPr lang="en-GB" b="1" i="1">
                            <a:latin typeface="Cambria Math" panose="02040503050406030204" pitchFamily="18" charset="0"/>
                          </a:rPr>
                        </m:ctrlPr>
                      </m:dPr>
                      <m:e>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i="1">
                                <a:latin typeface="Cambria Math" panose="02040503050406030204" pitchFamily="18" charset="0"/>
                              </a:rPr>
                              <m:t>𝑖</m:t>
                            </m:r>
                          </m:sub>
                        </m:sSub>
                      </m:e>
                    </m:d>
                  </m:oMath>
                </a14:m>
                <a:endParaRPr lang="en-GB" dirty="0"/>
              </a:p>
              <a:p>
                <a:r>
                  <a:rPr lang="en-GB" dirty="0"/>
                  <a:t>In (4), the coefficients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𝑗</m:t>
                        </m:r>
                      </m:sub>
                    </m:sSub>
                    <m:r>
                      <a:rPr lang="en-GB" b="0" i="1" smtClean="0">
                        <a:latin typeface="Cambria Math" panose="02040503050406030204" pitchFamily="18" charset="0"/>
                      </a:rPr>
                      <m:t>, </m:t>
                    </m:r>
                    <m:r>
                      <a:rPr lang="en-GB" b="0" i="1" smtClean="0">
                        <a:latin typeface="Cambria Math" panose="02040503050406030204" pitchFamily="18" charset="0"/>
                      </a:rPr>
                      <m:t>𝑗</m:t>
                    </m:r>
                    <m:r>
                      <a:rPr lang="en-GB" b="0" i="1" smtClean="0">
                        <a:latin typeface="Cambria Math" panose="02040503050406030204" pitchFamily="18" charset="0"/>
                      </a:rPr>
                      <m:t>=1,…,</m:t>
                    </m:r>
                    <m:r>
                      <a:rPr lang="en-GB" b="0" i="1" smtClean="0">
                        <a:latin typeface="Cambria Math" panose="02040503050406030204" pitchFamily="18" charset="0"/>
                      </a:rPr>
                      <m:t>𝑝</m:t>
                    </m:r>
                  </m:oMath>
                </a14:m>
                <a:r>
                  <a:rPr lang="en-GB" dirty="0"/>
                  <a:t> can be interpreted as the change in log-odds associated with a unit increase in </a:t>
                </a:r>
                <a14:m>
                  <m:oMath xmlns:m="http://schemas.openxmlformats.org/officeDocument/2006/math">
                    <m:sSub>
                      <m:sSubPr>
                        <m:ctrlPr>
                          <a:rPr lang="en-GB" b="0" i="0" smtClean="0">
                            <a:latin typeface="Cambria Math" panose="02040503050406030204" pitchFamily="18" charset="0"/>
                          </a:rPr>
                        </m:ctrlPr>
                      </m:sSubPr>
                      <m:e>
                        <m:r>
                          <m:rPr>
                            <m:sty m:val="p"/>
                          </m:rPr>
                          <a:rPr lang="en-GB" b="0" i="0" smtClean="0">
                            <a:latin typeface="Cambria Math" panose="02040503050406030204" pitchFamily="18" charset="0"/>
                          </a:rPr>
                          <m:t>x</m:t>
                        </m:r>
                      </m:e>
                      <m:sub>
                        <m:r>
                          <a:rPr lang="en-GB" b="0" i="1" smtClean="0">
                            <a:latin typeface="Cambria Math" panose="02040503050406030204" pitchFamily="18" charset="0"/>
                          </a:rPr>
                          <m:t>𝑗</m:t>
                        </m:r>
                      </m:sub>
                    </m:sSub>
                    <m:r>
                      <a:rPr lang="en-GB" b="0" i="1" smtClean="0">
                        <a:latin typeface="Cambria Math" panose="02040503050406030204" pitchFamily="18" charset="0"/>
                      </a:rPr>
                      <m:t>(</m:t>
                    </m:r>
                    <m:sSub>
                      <m:sSubPr>
                        <m:ctrlPr>
                          <a:rPr lang="en-GB" b="1" i="1" smtClean="0">
                            <a:latin typeface="Cambria Math" panose="02040503050406030204" pitchFamily="18" charset="0"/>
                          </a:rPr>
                        </m:ctrlPr>
                      </m:sSubPr>
                      <m:e>
                        <m:r>
                          <a:rPr lang="en-GB" b="1" i="1" smtClean="0">
                            <a:latin typeface="Cambria Math" panose="02040503050406030204" pitchFamily="18" charset="0"/>
                          </a:rPr>
                          <m:t>𝒔</m:t>
                        </m:r>
                      </m:e>
                      <m:sub>
                        <m:r>
                          <a:rPr lang="en-GB" b="0" i="1" smtClean="0">
                            <a:latin typeface="Cambria Math" panose="02040503050406030204" pitchFamily="18" charset="0"/>
                          </a:rPr>
                          <m:t>𝑖</m:t>
                        </m:r>
                      </m:sub>
                    </m:sSub>
                    <m:r>
                      <a:rPr lang="en-GB" b="0" i="1" smtClean="0">
                        <a:latin typeface="Cambria Math" panose="02040503050406030204" pitchFamily="18" charset="0"/>
                      </a:rPr>
                      <m:t>)</m:t>
                    </m:r>
                  </m:oMath>
                </a14:m>
                <a:r>
                  <a:rPr lang="en-GB" dirty="0"/>
                  <a:t>, and </a:t>
                </a:r>
                <a14:m>
                  <m:oMath xmlns:m="http://schemas.openxmlformats.org/officeDocument/2006/math">
                    <m:r>
                      <m:rPr>
                        <m:sty m:val="p"/>
                      </m:rPr>
                      <a:rPr lang="en-GB" b="0" i="0" smtClean="0">
                        <a:latin typeface="Cambria Math" panose="02040503050406030204" pitchFamily="18" charset="0"/>
                      </a:rPr>
                      <m:t>exp</m:t>
                    </m:r>
                    <m:r>
                      <a:rPr lang="en-GB" b="0" i="1"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𝑗</m:t>
                        </m:r>
                      </m:sub>
                    </m:sSub>
                    <m:r>
                      <a:rPr lang="en-GB" b="0" i="1" smtClean="0">
                        <a:latin typeface="Cambria Math" panose="02040503050406030204" pitchFamily="18" charset="0"/>
                      </a:rPr>
                      <m:t>)</m:t>
                    </m:r>
                  </m:oMath>
                </a14:m>
                <a:r>
                  <a:rPr lang="en-GB" dirty="0"/>
                  <a:t> is the odds ratio.</a:t>
                </a:r>
              </a:p>
            </p:txBody>
          </p:sp>
        </mc:Choice>
        <mc:Fallback xmlns="">
          <p:sp>
            <p:nvSpPr>
              <p:cNvPr id="3" name="Content Placeholder 2">
                <a:extLst>
                  <a:ext uri="{FF2B5EF4-FFF2-40B4-BE49-F238E27FC236}">
                    <a16:creationId xmlns:a16="http://schemas.microsoft.com/office/drawing/2014/main" id="{E03DC662-25FC-3E07-C292-3727C78DD8EC}"/>
                  </a:ext>
                </a:extLst>
              </p:cNvPr>
              <p:cNvSpPr>
                <a:spLocks noGrp="1" noRot="1" noChangeAspect="1" noMove="1" noResize="1" noEditPoints="1" noAdjustHandles="1" noChangeArrowheads="1" noChangeShapeType="1" noTextEdit="1"/>
              </p:cNvSpPr>
              <p:nvPr>
                <p:ph idx="1"/>
              </p:nvPr>
            </p:nvSpPr>
            <p:spPr>
              <a:xfrm>
                <a:off x="838200" y="1484211"/>
                <a:ext cx="10515600" cy="5073906"/>
              </a:xfrm>
              <a:blipFill>
                <a:blip r:embed="rId2"/>
                <a:stretch>
                  <a:fillRect l="-1043" t="-2041"/>
                </a:stretch>
              </a:blipFill>
            </p:spPr>
            <p:txBody>
              <a:bodyPr/>
              <a:lstStyle/>
              <a:p>
                <a:r>
                  <a:rPr lang="en-GB">
                    <a:noFill/>
                  </a:rPr>
                  <a:t> </a:t>
                </a:r>
              </a:p>
            </p:txBody>
          </p:sp>
        </mc:Fallback>
      </mc:AlternateContent>
      <p:sp>
        <p:nvSpPr>
          <p:cNvPr id="6" name="Title 1">
            <a:extLst>
              <a:ext uri="{FF2B5EF4-FFF2-40B4-BE49-F238E27FC236}">
                <a16:creationId xmlns:a16="http://schemas.microsoft.com/office/drawing/2014/main" id="{90962CEC-E1F3-75C1-32AC-5B40265E4720}"/>
              </a:ext>
            </a:extLst>
          </p:cNvPr>
          <p:cNvSpPr txBox="1">
            <a:spLocks noGrp="1"/>
          </p:cNvSpPr>
          <p:nvPr>
            <p:ph type="title"/>
          </p:nvPr>
        </p:nvSpPr>
        <p:spPr>
          <a:xfrm>
            <a:off x="248264" y="53104"/>
            <a:ext cx="10515600" cy="627933"/>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solidFill>
                  <a:schemeClr val="bg1"/>
                </a:solidFill>
                <a:latin typeface="+mn-lt"/>
              </a:rPr>
              <a:t>Model specification</a:t>
            </a:r>
          </a:p>
        </p:txBody>
      </p:sp>
    </p:spTree>
    <p:extLst>
      <p:ext uri="{BB962C8B-B14F-4D97-AF65-F5344CB8AC3E}">
        <p14:creationId xmlns:p14="http://schemas.microsoft.com/office/powerpoint/2010/main" val="20145059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8DD95-24F0-AF68-7794-4A749F58739F}"/>
              </a:ext>
            </a:extLst>
          </p:cNvPr>
          <p:cNvSpPr>
            <a:spLocks noGrp="1"/>
          </p:cNvSpPr>
          <p:nvPr>
            <p:ph type="title"/>
          </p:nvPr>
        </p:nvSpPr>
        <p:spPr>
          <a:xfrm>
            <a:off x="267929" y="0"/>
            <a:ext cx="10515600" cy="834410"/>
          </a:xfrm>
        </p:spPr>
        <p:txBody>
          <a:bodyPr>
            <a:normAutofit/>
          </a:bodyPr>
          <a:lstStyle/>
          <a:p>
            <a:r>
              <a:rPr lang="en-GB" sz="4000" b="1" dirty="0">
                <a:solidFill>
                  <a:schemeClr val="bg1"/>
                </a:solidFill>
                <a:latin typeface="+mn-lt"/>
              </a:rPr>
              <a:t>The INLA-SPDE approach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0E1D4A-4C96-892A-074E-8CA950017E16}"/>
                  </a:ext>
                </a:extLst>
              </p:cNvPr>
              <p:cNvSpPr>
                <a:spLocks noGrp="1"/>
              </p:cNvSpPr>
              <p:nvPr>
                <p:ph idx="1"/>
              </p:nvPr>
            </p:nvSpPr>
            <p:spPr>
              <a:xfrm>
                <a:off x="838200" y="1456684"/>
                <a:ext cx="10515600" cy="4351338"/>
              </a:xfrm>
            </p:spPr>
            <p:txBody>
              <a:bodyPr>
                <a:normAutofit lnSpcReduction="10000"/>
              </a:bodyPr>
              <a:lstStyle/>
              <a:p>
                <a:r>
                  <a:rPr lang="en-GB" dirty="0"/>
                  <a:t>A major challenge often encountered when analysing spatial models is that as the number of observations, </a:t>
                </a:r>
                <a14:m>
                  <m:oMath xmlns:m="http://schemas.openxmlformats.org/officeDocument/2006/math">
                    <m:r>
                      <a:rPr lang="en-GB" b="0" i="1" smtClean="0">
                        <a:latin typeface="Cambria Math" panose="02040503050406030204" pitchFamily="18" charset="0"/>
                      </a:rPr>
                      <m:t>𝑛</m:t>
                    </m:r>
                  </m:oMath>
                </a14:m>
                <a:r>
                  <a:rPr lang="en-GB" dirty="0"/>
                  <a:t>, increases, it becomes computationally prohibitive (computing time and storage) to estimate the covariance matrix, </a:t>
                </a:r>
                <a14:m>
                  <m:oMath xmlns:m="http://schemas.openxmlformats.org/officeDocument/2006/math">
                    <m:r>
                      <a:rPr lang="en-GB" b="1" i="0" smtClean="0">
                        <a:latin typeface="Cambria Math" panose="02040503050406030204" pitchFamily="18" charset="0"/>
                      </a:rPr>
                      <m:t>𝚺</m:t>
                    </m:r>
                  </m:oMath>
                </a14:m>
                <a:endParaRPr lang="en-GB" b="1" dirty="0"/>
              </a:p>
              <a:p>
                <a:r>
                  <a:rPr lang="en-GB" dirty="0"/>
                  <a:t>Dense matrix operations scale cubically with the matrix size, i.e., </a:t>
                </a:r>
                <a14:m>
                  <m:oMath xmlns:m="http://schemas.openxmlformats.org/officeDocument/2006/math">
                    <m:r>
                      <a:rPr lang="en-GB" b="0" i="1" smtClean="0">
                        <a:latin typeface="Cambria Math" panose="02040503050406030204" pitchFamily="18" charset="0"/>
                      </a:rPr>
                      <m:t>𝑂</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𝑛</m:t>
                        </m:r>
                      </m:e>
                      <m:sup>
                        <m:r>
                          <a:rPr lang="en-GB" b="0" i="1" smtClean="0">
                            <a:latin typeface="Cambria Math" panose="02040503050406030204" pitchFamily="18" charset="0"/>
                          </a:rPr>
                          <m:t>3</m:t>
                        </m:r>
                      </m:sup>
                    </m:sSup>
                    <m:r>
                      <a:rPr lang="en-GB" b="0" i="1" smtClean="0">
                        <a:latin typeface="Cambria Math" panose="02040503050406030204" pitchFamily="18" charset="0"/>
                      </a:rPr>
                      <m:t>)</m:t>
                    </m:r>
                  </m:oMath>
                </a14:m>
                <a:r>
                  <a:rPr lang="en-GB" dirty="0"/>
                  <a:t>*, where </a:t>
                </a:r>
                <a14:m>
                  <m:oMath xmlns:m="http://schemas.openxmlformats.org/officeDocument/2006/math">
                    <m:r>
                      <a:rPr lang="en-GB" b="0" i="1" smtClean="0">
                        <a:latin typeface="Cambria Math" panose="02040503050406030204" pitchFamily="18" charset="0"/>
                      </a:rPr>
                      <m:t>𝑛</m:t>
                    </m:r>
                  </m:oMath>
                </a14:m>
                <a:r>
                  <a:rPr lang="en-GB" dirty="0"/>
                  <a:t> is the number of data locations</a:t>
                </a:r>
              </a:p>
              <a:p>
                <a:r>
                  <a:rPr lang="en-GB" b="1" dirty="0">
                    <a:solidFill>
                      <a:schemeClr val="tx2">
                        <a:lumMod val="75000"/>
                        <a:lumOff val="25000"/>
                      </a:schemeClr>
                    </a:solidFill>
                  </a:rPr>
                  <a:t>The SPDE (stochastic partial differential equation) approach involves performing the computations using a GMRF (Gaussian Markov Random Field) representation of the Gaussian Field (GF) </a:t>
                </a:r>
                <a14:m>
                  <m:oMath xmlns:m="http://schemas.openxmlformats.org/officeDocument/2006/math">
                    <m:r>
                      <a:rPr lang="en-GB" b="1" i="1">
                        <a:solidFill>
                          <a:schemeClr val="tx2">
                            <a:lumMod val="75000"/>
                            <a:lumOff val="25000"/>
                          </a:schemeClr>
                        </a:solidFill>
                        <a:latin typeface="Cambria Math" panose="02040503050406030204" pitchFamily="18" charset="0"/>
                      </a:rPr>
                      <m:t>𝒁</m:t>
                    </m:r>
                  </m:oMath>
                </a14:m>
                <a:endParaRPr lang="en-GB" b="1" dirty="0">
                  <a:solidFill>
                    <a:schemeClr val="tx2">
                      <a:lumMod val="75000"/>
                      <a:lumOff val="25000"/>
                    </a:schemeClr>
                  </a:solidFill>
                </a:endParaRPr>
              </a:p>
              <a:p>
                <a:r>
                  <a:rPr lang="en-GB" b="1" dirty="0">
                    <a:solidFill>
                      <a:schemeClr val="tx2">
                        <a:lumMod val="75000"/>
                        <a:lumOff val="25000"/>
                      </a:schemeClr>
                    </a:solidFill>
                  </a:rPr>
                  <a:t>This allows us to adopt the INLA approach</a:t>
                </a:r>
              </a:p>
            </p:txBody>
          </p:sp>
        </mc:Choice>
        <mc:Fallback xmlns="">
          <p:sp>
            <p:nvSpPr>
              <p:cNvPr id="3" name="Content Placeholder 2">
                <a:extLst>
                  <a:ext uri="{FF2B5EF4-FFF2-40B4-BE49-F238E27FC236}">
                    <a16:creationId xmlns:a16="http://schemas.microsoft.com/office/drawing/2014/main" id="{CF0E1D4A-4C96-892A-074E-8CA950017E16}"/>
                  </a:ext>
                </a:extLst>
              </p:cNvPr>
              <p:cNvSpPr>
                <a:spLocks noGrp="1" noRot="1" noChangeAspect="1" noMove="1" noResize="1" noEditPoints="1" noAdjustHandles="1" noChangeArrowheads="1" noChangeShapeType="1" noTextEdit="1"/>
              </p:cNvSpPr>
              <p:nvPr>
                <p:ph idx="1"/>
              </p:nvPr>
            </p:nvSpPr>
            <p:spPr>
              <a:xfrm>
                <a:off x="838200" y="1456684"/>
                <a:ext cx="10515600" cy="4351338"/>
              </a:xfrm>
              <a:blipFill>
                <a:blip r:embed="rId2"/>
                <a:stretch>
                  <a:fillRect l="-1043" t="-3221" r="-1855" b="-140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E28185A-11F6-3675-187D-D2D7B6FEE4A4}"/>
                  </a:ext>
                </a:extLst>
              </p:cNvPr>
              <p:cNvSpPr txBox="1"/>
              <p:nvPr/>
            </p:nvSpPr>
            <p:spPr>
              <a:xfrm>
                <a:off x="838200" y="6060964"/>
                <a:ext cx="10515600" cy="369332"/>
              </a:xfrm>
              <a:prstGeom prst="rect">
                <a:avLst/>
              </a:prstGeom>
              <a:noFill/>
            </p:spPr>
            <p:txBody>
              <a:bodyPr wrap="square" rtlCol="0">
                <a:spAutoFit/>
              </a:bodyPr>
              <a:lstStyle/>
              <a:p>
                <a:r>
                  <a:rPr lang="en-GB" dirty="0"/>
                  <a:t>*approximately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𝑛</m:t>
                        </m:r>
                      </m:e>
                      <m:sup>
                        <m:r>
                          <a:rPr lang="en-GB" i="1">
                            <a:latin typeface="Cambria Math" panose="02040503050406030204" pitchFamily="18" charset="0"/>
                          </a:rPr>
                          <m:t>3</m:t>
                        </m:r>
                      </m:sup>
                    </m:sSup>
                  </m:oMath>
                </a14:m>
                <a:r>
                  <a:rPr lang="en-GB" dirty="0"/>
                  <a:t> units of computational work </a:t>
                </a:r>
              </a:p>
            </p:txBody>
          </p:sp>
        </mc:Choice>
        <mc:Fallback xmlns="">
          <p:sp>
            <p:nvSpPr>
              <p:cNvPr id="4" name="TextBox 3">
                <a:extLst>
                  <a:ext uri="{FF2B5EF4-FFF2-40B4-BE49-F238E27FC236}">
                    <a16:creationId xmlns:a16="http://schemas.microsoft.com/office/drawing/2014/main" id="{BE28185A-11F6-3675-187D-D2D7B6FEE4A4}"/>
                  </a:ext>
                </a:extLst>
              </p:cNvPr>
              <p:cNvSpPr txBox="1">
                <a:spLocks noRot="1" noChangeAspect="1" noMove="1" noResize="1" noEditPoints="1" noAdjustHandles="1" noChangeArrowheads="1" noChangeShapeType="1" noTextEdit="1"/>
              </p:cNvSpPr>
              <p:nvPr/>
            </p:nvSpPr>
            <p:spPr>
              <a:xfrm>
                <a:off x="838200" y="6060964"/>
                <a:ext cx="10515600" cy="369332"/>
              </a:xfrm>
              <a:prstGeom prst="rect">
                <a:avLst/>
              </a:prstGeom>
              <a:blipFill>
                <a:blip r:embed="rId3"/>
                <a:stretch>
                  <a:fillRect l="-522" t="-6557" b="-26230"/>
                </a:stretch>
              </a:blipFill>
            </p:spPr>
            <p:txBody>
              <a:bodyPr/>
              <a:lstStyle/>
              <a:p>
                <a:r>
                  <a:rPr lang="en-GB">
                    <a:noFill/>
                  </a:rPr>
                  <a:t> </a:t>
                </a:r>
              </a:p>
            </p:txBody>
          </p:sp>
        </mc:Fallback>
      </mc:AlternateContent>
    </p:spTree>
    <p:extLst>
      <p:ext uri="{BB962C8B-B14F-4D97-AF65-F5344CB8AC3E}">
        <p14:creationId xmlns:p14="http://schemas.microsoft.com/office/powerpoint/2010/main" val="18529894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7B180A4-6563-2CC2-4193-A0D58ED41C21}"/>
                  </a:ext>
                </a:extLst>
              </p:cNvPr>
              <p:cNvSpPr>
                <a:spLocks noGrp="1"/>
              </p:cNvSpPr>
              <p:nvPr>
                <p:ph idx="1"/>
              </p:nvPr>
            </p:nvSpPr>
            <p:spPr>
              <a:xfrm>
                <a:off x="838200" y="1579818"/>
                <a:ext cx="10515600" cy="4351338"/>
              </a:xfrm>
            </p:spPr>
            <p:txBody>
              <a:bodyPr>
                <a:normAutofit lnSpcReduction="10000"/>
              </a:bodyPr>
              <a:lstStyle/>
              <a:p>
                <a:r>
                  <a:rPr lang="en-GB" dirty="0"/>
                  <a:t>A GF with a </a:t>
                </a:r>
                <a:r>
                  <a:rPr lang="en-GB" dirty="0" err="1"/>
                  <a:t>Matérn</a:t>
                </a:r>
                <a:r>
                  <a:rPr lang="en-GB" dirty="0"/>
                  <a:t> covariance matrix can be expressed as a solution to the continuous domain SPDE:</a:t>
                </a:r>
              </a:p>
              <a:p>
                <a:pPr marL="0" indent="0">
                  <a:buNone/>
                </a:pPr>
                <a:r>
                  <a:rPr lang="en-GB" b="0" dirty="0"/>
                  <a:t>                       </a:t>
                </a:r>
                <a14:m>
                  <m:oMath xmlns:m="http://schemas.openxmlformats.org/officeDocument/2006/math">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sSup>
                              <m:sSupPr>
                                <m:ctrlPr>
                                  <a:rPr lang="en-GB" b="0" i="1" smtClean="0">
                                    <a:latin typeface="Cambria Math" panose="02040503050406030204" pitchFamily="18" charset="0"/>
                                  </a:rPr>
                                </m:ctrlPr>
                              </m:sSupPr>
                              <m:e>
                                <m:r>
                                  <a:rPr lang="en-GB" b="0" i="1" smtClean="0">
                                    <a:latin typeface="Cambria Math" panose="02040503050406030204" pitchFamily="18" charset="0"/>
                                  </a:rPr>
                                  <m:t>𝜅</m:t>
                                </m:r>
                              </m:e>
                              <m:sup>
                                <m:r>
                                  <a:rPr lang="en-GB" b="0" i="1" smtClean="0">
                                    <a:latin typeface="Cambria Math" panose="02040503050406030204" pitchFamily="18" charset="0"/>
                                  </a:rPr>
                                  <m:t>2</m:t>
                                </m:r>
                              </m:sup>
                            </m:sSup>
                            <m:r>
                              <a:rPr lang="en-GB" b="0" i="1" smtClean="0">
                                <a:latin typeface="Cambria Math" panose="02040503050406030204" pitchFamily="18" charset="0"/>
                              </a:rPr>
                              <m:t>−</m:t>
                            </m:r>
                            <m:r>
                              <a:rPr lang="en-GB" b="0" i="1" smtClean="0">
                                <a:latin typeface="Cambria Math" panose="02040503050406030204" pitchFamily="18" charset="0"/>
                                <a:ea typeface="Cambria Math" panose="02040503050406030204" pitchFamily="18" charset="0"/>
                              </a:rPr>
                              <m:t>∆</m:t>
                            </m:r>
                          </m:e>
                        </m:d>
                      </m:e>
                      <m:sup>
                        <m:f>
                          <m:fPr>
                            <m:ctrlPr>
                              <a:rPr lang="en-GB" b="0" i="1" smtClean="0">
                                <a:latin typeface="Cambria Math" panose="02040503050406030204" pitchFamily="18" charset="0"/>
                              </a:rPr>
                            </m:ctrlPr>
                          </m:fPr>
                          <m:num>
                            <m:r>
                              <a:rPr lang="en-GB" b="0" i="1" smtClean="0">
                                <a:latin typeface="Cambria Math" panose="02040503050406030204" pitchFamily="18" charset="0"/>
                              </a:rPr>
                              <m:t>𝛼</m:t>
                            </m:r>
                          </m:num>
                          <m:den>
                            <m:r>
                              <a:rPr lang="en-GB" b="0" i="1" smtClean="0">
                                <a:latin typeface="Cambria Math" panose="02040503050406030204" pitchFamily="18" charset="0"/>
                              </a:rPr>
                              <m:t>2</m:t>
                            </m:r>
                          </m:den>
                        </m:f>
                      </m:sup>
                    </m:sSup>
                    <m:d>
                      <m:dPr>
                        <m:ctrlPr>
                          <a:rPr lang="en-GB" b="0" i="1" smtClean="0">
                            <a:latin typeface="Cambria Math" panose="02040503050406030204" pitchFamily="18" charset="0"/>
                          </a:rPr>
                        </m:ctrlPr>
                      </m:dPr>
                      <m:e>
                        <m:r>
                          <a:rPr lang="en-GB" b="0" i="1" smtClean="0">
                            <a:latin typeface="Cambria Math" panose="02040503050406030204" pitchFamily="18" charset="0"/>
                          </a:rPr>
                          <m:t>𝜏</m:t>
                        </m:r>
                        <m:r>
                          <a:rPr lang="en-GB" b="0" i="1" smtClean="0">
                            <a:latin typeface="Cambria Math" panose="02040503050406030204" pitchFamily="18" charset="0"/>
                            <a:ea typeface="Cambria Math" panose="02040503050406030204" pitchFamily="18" charset="0"/>
                          </a:rPr>
                          <m:t>𝜉</m:t>
                        </m:r>
                        <m:d>
                          <m:dPr>
                            <m:ctrlPr>
                              <a:rPr lang="en-GB" b="1" i="1" smtClean="0">
                                <a:latin typeface="Cambria Math" panose="02040503050406030204" pitchFamily="18" charset="0"/>
                              </a:rPr>
                            </m:ctrlPr>
                          </m:dPr>
                          <m:e>
                            <m:r>
                              <a:rPr lang="en-GB" b="1" i="1" smtClean="0">
                                <a:latin typeface="Cambria Math" panose="02040503050406030204" pitchFamily="18" charset="0"/>
                              </a:rPr>
                              <m:t>𝒔</m:t>
                            </m:r>
                          </m:e>
                        </m:d>
                      </m:e>
                    </m:d>
                    <m:r>
                      <a:rPr lang="en-GB" b="0" i="1" smtClean="0">
                        <a:latin typeface="Cambria Math" panose="02040503050406030204" pitchFamily="18" charset="0"/>
                      </a:rPr>
                      <m:t>=</m:t>
                    </m:r>
                    <m:r>
                      <m:rPr>
                        <m:nor/>
                      </m:rPr>
                      <a:rPr lang="en-GB" i="0">
                        <a:ea typeface="Cambria Math" panose="02040503050406030204" pitchFamily="18" charset="0"/>
                      </a:rPr>
                      <m:t>𝒲</m:t>
                    </m:r>
                    <m:r>
                      <m:rPr>
                        <m:nor/>
                      </m:rPr>
                      <a:rPr lang="en-GB" b="0" i="0" smtClean="0">
                        <a:ea typeface="Cambria Math" panose="02040503050406030204" pitchFamily="18" charset="0"/>
                      </a:rPr>
                      <m:t>(</m:t>
                    </m:r>
                    <m:r>
                      <a:rPr lang="en-GB" b="1" i="1">
                        <a:latin typeface="Cambria Math" panose="02040503050406030204" pitchFamily="18" charset="0"/>
                      </a:rPr>
                      <m:t>𝒔</m:t>
                    </m:r>
                    <m:r>
                      <m:rPr>
                        <m:nor/>
                      </m:rPr>
                      <a:rPr lang="en-GB" b="0" i="0" smtClean="0">
                        <a:ea typeface="Cambria Math" panose="02040503050406030204" pitchFamily="18" charset="0"/>
                      </a:rPr>
                      <m:t>)</m:t>
                    </m:r>
                  </m:oMath>
                </a14:m>
                <a:r>
                  <a:rPr lang="en-GB" dirty="0"/>
                  <a:t>, 	   		(5)</a:t>
                </a:r>
              </a:p>
              <a:p>
                <a:pPr marL="0" indent="0">
                  <a:buNone/>
                </a:pPr>
                <a:r>
                  <a:rPr lang="en-GB" dirty="0"/>
                  <a:t>where </a:t>
                </a:r>
              </a:p>
              <a:p>
                <a14:m>
                  <m:oMath xmlns:m="http://schemas.openxmlformats.org/officeDocument/2006/math">
                    <m:r>
                      <a:rPr lang="en-GB" i="1">
                        <a:latin typeface="Cambria Math" panose="02040503050406030204" pitchFamily="18" charset="0"/>
                        <a:ea typeface="Cambria Math" panose="02040503050406030204" pitchFamily="18" charset="0"/>
                      </a:rPr>
                      <m:t>𝜉</m:t>
                    </m:r>
                    <m:sSup>
                      <m:sSupPr>
                        <m:ctrlPr>
                          <a:rPr lang="en-GB" b="1" i="1">
                            <a:latin typeface="Cambria Math" panose="02040503050406030204" pitchFamily="18" charset="0"/>
                          </a:rPr>
                        </m:ctrlPr>
                      </m:sSupPr>
                      <m:e>
                        <m:d>
                          <m:dPr>
                            <m:ctrlPr>
                              <a:rPr lang="en-GB" b="1" i="1">
                                <a:latin typeface="Cambria Math" panose="02040503050406030204" pitchFamily="18" charset="0"/>
                              </a:rPr>
                            </m:ctrlPr>
                          </m:dPr>
                          <m:e>
                            <m:r>
                              <a:rPr lang="en-GB" b="1" i="1">
                                <a:latin typeface="Cambria Math" panose="02040503050406030204" pitchFamily="18" charset="0"/>
                              </a:rPr>
                              <m:t>𝒔</m:t>
                            </m:r>
                          </m:e>
                        </m:d>
                      </m:e>
                      <m:sup>
                        <m:r>
                          <a:rPr lang="en-GB" b="1" i="1" smtClean="0">
                            <a:latin typeface="Cambria Math" panose="02040503050406030204" pitchFamily="18" charset="0"/>
                          </a:rPr>
                          <m:t>∗</m:t>
                        </m:r>
                      </m:sup>
                    </m:sSup>
                  </m:oMath>
                </a14:m>
                <a:r>
                  <a:rPr lang="en-GB" dirty="0"/>
                  <a:t> is a GF, </a:t>
                </a:r>
                <a14:m>
                  <m:oMath xmlns:m="http://schemas.openxmlformats.org/officeDocument/2006/math">
                    <m:r>
                      <m:rPr>
                        <m:nor/>
                      </m:rPr>
                      <a:rPr lang="en-GB" i="0">
                        <a:ea typeface="Cambria Math" panose="02040503050406030204" pitchFamily="18" charset="0"/>
                      </a:rPr>
                      <m:t>𝒲(</m:t>
                    </m:r>
                    <m:r>
                      <a:rPr lang="en-GB" b="1" i="1">
                        <a:latin typeface="Cambria Math" panose="02040503050406030204" pitchFamily="18" charset="0"/>
                      </a:rPr>
                      <m:t>𝒔</m:t>
                    </m:r>
                    <m:r>
                      <m:rPr>
                        <m:nor/>
                      </m:rPr>
                      <a:rPr lang="en-GB" i="0">
                        <a:ea typeface="Cambria Math" panose="02040503050406030204" pitchFamily="18" charset="0"/>
                      </a:rPr>
                      <m:t>)</m:t>
                    </m:r>
                  </m:oMath>
                </a14:m>
                <a:r>
                  <a:rPr lang="en-GB" dirty="0"/>
                  <a:t> is a Gaussian spatial white noise process, </a:t>
                </a:r>
                <a14:m>
                  <m:oMath xmlns:m="http://schemas.openxmlformats.org/officeDocument/2006/math">
                    <m:r>
                      <a:rPr lang="en-GB" b="0" i="1" smtClean="0">
                        <a:latin typeface="Cambria Math" panose="02040503050406030204" pitchFamily="18" charset="0"/>
                      </a:rPr>
                      <m:t>𝛼</m:t>
                    </m:r>
                  </m:oMath>
                </a14:m>
                <a:r>
                  <a:rPr lang="en-GB" dirty="0"/>
                  <a:t> controls the smoothness of the GF, </a:t>
                </a:r>
                <a14:m>
                  <m:oMath xmlns:m="http://schemas.openxmlformats.org/officeDocument/2006/math">
                    <m:r>
                      <a:rPr lang="en-GB" i="1">
                        <a:latin typeface="Cambria Math" panose="02040503050406030204" pitchFamily="18" charset="0"/>
                      </a:rPr>
                      <m:t>𝜏</m:t>
                    </m:r>
                  </m:oMath>
                </a14:m>
                <a:r>
                  <a:rPr lang="en-GB" dirty="0"/>
                  <a:t> controls the variance, and </a:t>
                </a:r>
                <a14:m>
                  <m:oMath xmlns:m="http://schemas.openxmlformats.org/officeDocument/2006/math">
                    <m:r>
                      <a:rPr lang="en-GB" i="1">
                        <a:latin typeface="Cambria Math" panose="02040503050406030204" pitchFamily="18" charset="0"/>
                      </a:rPr>
                      <m:t>𝜅</m:t>
                    </m:r>
                    <m:r>
                      <a:rPr lang="en-GB" b="0" i="1" smtClean="0">
                        <a:latin typeface="Cambria Math" panose="02040503050406030204" pitchFamily="18" charset="0"/>
                      </a:rPr>
                      <m:t>&gt;0</m:t>
                    </m:r>
                  </m:oMath>
                </a14:m>
                <a:r>
                  <a:rPr lang="en-GB" dirty="0"/>
                  <a:t> is a scale parameter.</a:t>
                </a:r>
              </a:p>
              <a:p>
                <a14:m>
                  <m:oMath xmlns:m="http://schemas.openxmlformats.org/officeDocument/2006/math">
                    <m:r>
                      <a:rPr lang="en-GB" i="1">
                        <a:latin typeface="Cambria Math" panose="02040503050406030204" pitchFamily="18" charset="0"/>
                        <a:ea typeface="Cambria Math" panose="02040503050406030204" pitchFamily="18" charset="0"/>
                      </a:rPr>
                      <m:t>∆</m:t>
                    </m:r>
                  </m:oMath>
                </a14:m>
                <a:r>
                  <a:rPr lang="en-GB" dirty="0"/>
                  <a:t> is a Laplacian defined as </a:t>
                </a:r>
                <a14:m>
                  <m:oMath xmlns:m="http://schemas.openxmlformats.org/officeDocument/2006/math">
                    <m:nary>
                      <m:naryPr>
                        <m:chr m:val="∑"/>
                        <m:limLoc m:val="subSup"/>
                        <m:ctrlPr>
                          <a:rPr lang="en-GB" b="0" i="1" smtClean="0">
                            <a:latin typeface="Cambria Math" panose="02040503050406030204" pitchFamily="18" charset="0"/>
                          </a:rPr>
                        </m:ctrlPr>
                      </m:naryPr>
                      <m:sub>
                        <m:r>
                          <m:rPr>
                            <m:brk m:alnAt="25"/>
                          </m:rPr>
                          <a:rPr lang="en-GB" b="0" i="1" smtClean="0">
                            <a:latin typeface="Cambria Math" panose="02040503050406030204" pitchFamily="18" charset="0"/>
                          </a:rPr>
                          <m:t>𝑖</m:t>
                        </m:r>
                        <m:r>
                          <m:rPr>
                            <m:brk m:alnAt="25"/>
                          </m:rPr>
                          <a:rPr lang="en-GB" b="0" i="1" smtClean="0">
                            <a:latin typeface="Cambria Math" panose="02040503050406030204" pitchFamily="18" charset="0"/>
                          </a:rPr>
                          <m:t>=</m:t>
                        </m:r>
                        <m:r>
                          <m:rPr>
                            <m:brk m:alnAt="25"/>
                          </m:rPr>
                          <a:rPr lang="en-GB" b="0" i="1" smtClean="0">
                            <a:latin typeface="Cambria Math" panose="02040503050406030204" pitchFamily="18" charset="0"/>
                          </a:rPr>
                          <m:t>1</m:t>
                        </m:r>
                      </m:sub>
                      <m:sup>
                        <m:r>
                          <a:rPr lang="en-GB" b="0" i="1" smtClean="0">
                            <a:latin typeface="Cambria Math" panose="02040503050406030204" pitchFamily="18" charset="0"/>
                          </a:rPr>
                          <m:t>𝑑</m:t>
                        </m:r>
                      </m:sup>
                      <m:e>
                        <m:f>
                          <m:fPr>
                            <m:ctrlPr>
                              <a:rPr lang="en-GB" i="1" smtClean="0">
                                <a:latin typeface="Cambria Math" panose="02040503050406030204" pitchFamily="18" charset="0"/>
                                <a:ea typeface="Cambria Math" panose="02040503050406030204" pitchFamily="18" charset="0"/>
                              </a:rPr>
                            </m:ctrlPr>
                          </m:fPr>
                          <m:num>
                            <m:sSup>
                              <m:sSupPr>
                                <m:ctrlPr>
                                  <a:rPr lang="en-GB" i="1" smtClean="0">
                                    <a:latin typeface="Cambria Math" panose="02040503050406030204" pitchFamily="18" charset="0"/>
                                    <a:ea typeface="Cambria Math" panose="02040503050406030204" pitchFamily="18" charset="0"/>
                                  </a:rPr>
                                </m:ctrlPr>
                              </m:sSupPr>
                              <m:e>
                                <m:r>
                                  <a:rPr lang="en-GB" i="1" smtClean="0">
                                    <a:latin typeface="Cambria Math" panose="02040503050406030204" pitchFamily="18" charset="0"/>
                                    <a:ea typeface="Cambria Math" panose="02040503050406030204" pitchFamily="18" charset="0"/>
                                  </a:rPr>
                                  <m:t>𝜕</m:t>
                                </m:r>
                              </m:e>
                              <m:sup>
                                <m:r>
                                  <a:rPr lang="en-GB" b="0" i="1" smtClean="0">
                                    <a:latin typeface="Cambria Math" panose="02040503050406030204" pitchFamily="18" charset="0"/>
                                    <a:ea typeface="Cambria Math" panose="02040503050406030204" pitchFamily="18" charset="0"/>
                                  </a:rPr>
                                  <m:t>2</m:t>
                                </m:r>
                              </m:sup>
                            </m:sSup>
                          </m:num>
                          <m:den>
                            <m:r>
                              <a:rPr lang="en-GB" b="0" i="1" smtClean="0">
                                <a:latin typeface="Cambria Math" panose="02040503050406030204" pitchFamily="18" charset="0"/>
                              </a:rPr>
                              <m:t>𝜕</m:t>
                            </m:r>
                            <m:sSubSup>
                              <m:sSubSupPr>
                                <m:ctrlPr>
                                  <a:rPr lang="en-GB" i="1">
                                    <a:latin typeface="Cambria Math" panose="02040503050406030204" pitchFamily="18" charset="0"/>
                                    <a:ea typeface="Cambria Math" panose="02040503050406030204" pitchFamily="18" charset="0"/>
                                  </a:rPr>
                                </m:ctrlPr>
                              </m:sSubSupPr>
                              <m:e>
                                <m:r>
                                  <a:rPr lang="en-GB" i="1">
                                    <a:latin typeface="Cambria Math" panose="02040503050406030204" pitchFamily="18" charset="0"/>
                                    <a:ea typeface="Cambria Math" panose="02040503050406030204" pitchFamily="18" charset="0"/>
                                  </a:rPr>
                                  <m:t>𝜉</m:t>
                                </m:r>
                              </m:e>
                              <m:sub>
                                <m:r>
                                  <a:rPr lang="en-GB" b="0" i="1" smtClean="0">
                                    <a:latin typeface="Cambria Math" panose="02040503050406030204" pitchFamily="18" charset="0"/>
                                    <a:ea typeface="Cambria Math" panose="02040503050406030204" pitchFamily="18" charset="0"/>
                                  </a:rPr>
                                  <m:t>𝑖</m:t>
                                </m:r>
                              </m:sub>
                              <m:sup>
                                <m:r>
                                  <a:rPr lang="en-GB" b="0" i="1" smtClean="0">
                                    <a:latin typeface="Cambria Math" panose="02040503050406030204" pitchFamily="18" charset="0"/>
                                    <a:ea typeface="Cambria Math" panose="02040503050406030204" pitchFamily="18" charset="0"/>
                                  </a:rPr>
                                  <m:t>2</m:t>
                                </m:r>
                              </m:sup>
                            </m:sSubSup>
                          </m:den>
                        </m:f>
                      </m:e>
                    </m:nary>
                  </m:oMath>
                </a14:m>
                <a:r>
                  <a:rPr lang="en-GB" dirty="0"/>
                  <a:t>, with </a:t>
                </a:r>
                <a14:m>
                  <m:oMath xmlns:m="http://schemas.openxmlformats.org/officeDocument/2006/math">
                    <m:r>
                      <a:rPr lang="en-GB" b="0" i="1" smtClean="0">
                        <a:latin typeface="Cambria Math" panose="02040503050406030204" pitchFamily="18" charset="0"/>
                      </a:rPr>
                      <m:t>𝑑</m:t>
                    </m:r>
                  </m:oMath>
                </a14:m>
                <a:r>
                  <a:rPr lang="en-GB" dirty="0"/>
                  <a:t> denoting the dimension of the spatial domain, </a:t>
                </a:r>
                <a14:m>
                  <m:oMath xmlns:m="http://schemas.openxmlformats.org/officeDocument/2006/math">
                    <m:r>
                      <a:rPr lang="en-GB" b="0" i="1" smtClean="0">
                        <a:latin typeface="Cambria Math" panose="02040503050406030204" pitchFamily="18" charset="0"/>
                      </a:rPr>
                      <m:t>𝐷</m:t>
                    </m:r>
                  </m:oMath>
                </a14:m>
                <a:r>
                  <a:rPr lang="en-GB" dirty="0"/>
                  <a:t>. </a:t>
                </a:r>
              </a:p>
            </p:txBody>
          </p:sp>
        </mc:Choice>
        <mc:Fallback xmlns="">
          <p:sp>
            <p:nvSpPr>
              <p:cNvPr id="3" name="Content Placeholder 2">
                <a:extLst>
                  <a:ext uri="{FF2B5EF4-FFF2-40B4-BE49-F238E27FC236}">
                    <a16:creationId xmlns:a16="http://schemas.microsoft.com/office/drawing/2014/main" id="{F7B180A4-6563-2CC2-4193-A0D58ED41C21}"/>
                  </a:ext>
                </a:extLst>
              </p:cNvPr>
              <p:cNvSpPr>
                <a:spLocks noGrp="1" noRot="1" noChangeAspect="1" noMove="1" noResize="1" noEditPoints="1" noAdjustHandles="1" noChangeArrowheads="1" noChangeShapeType="1" noTextEdit="1"/>
              </p:cNvSpPr>
              <p:nvPr>
                <p:ph idx="1"/>
              </p:nvPr>
            </p:nvSpPr>
            <p:spPr>
              <a:xfrm>
                <a:off x="838200" y="1579818"/>
                <a:ext cx="10515600" cy="4351338"/>
              </a:xfrm>
              <a:blipFill>
                <a:blip r:embed="rId2"/>
                <a:stretch>
                  <a:fillRect l="-1217" t="-308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D881B68-F4F5-A356-E31C-3B712432EF03}"/>
                  </a:ext>
                </a:extLst>
              </p:cNvPr>
              <p:cNvSpPr txBox="1"/>
              <p:nvPr/>
            </p:nvSpPr>
            <p:spPr>
              <a:xfrm>
                <a:off x="1022554" y="6027115"/>
                <a:ext cx="8878529" cy="369332"/>
              </a:xfrm>
              <a:prstGeom prst="rect">
                <a:avLst/>
              </a:prstGeom>
              <a:noFill/>
            </p:spPr>
            <p:txBody>
              <a:bodyPr wrap="square" rtlCol="0">
                <a:spAutoFit/>
              </a:bodyPr>
              <a:lstStyle/>
              <a:p>
                <a:r>
                  <a:rPr lang="en-GB" dirty="0"/>
                  <a:t>* </a:t>
                </a:r>
                <a14:m>
                  <m:oMath xmlns:m="http://schemas.openxmlformats.org/officeDocument/2006/math">
                    <m:r>
                      <a:rPr lang="en-GB" i="1">
                        <a:latin typeface="Cambria Math" panose="02040503050406030204" pitchFamily="18" charset="0"/>
                        <a:ea typeface="Cambria Math" panose="02040503050406030204" pitchFamily="18" charset="0"/>
                      </a:rPr>
                      <m:t>𝜉</m:t>
                    </m:r>
                    <m:d>
                      <m:dPr>
                        <m:ctrlPr>
                          <a:rPr lang="en-GB" b="1" i="1">
                            <a:latin typeface="Cambria Math" panose="02040503050406030204" pitchFamily="18" charset="0"/>
                          </a:rPr>
                        </m:ctrlPr>
                      </m:dPr>
                      <m:e>
                        <m:r>
                          <a:rPr lang="en-GB" b="1" i="1">
                            <a:latin typeface="Cambria Math" panose="02040503050406030204" pitchFamily="18" charset="0"/>
                          </a:rPr>
                          <m:t>𝒔</m:t>
                        </m:r>
                      </m:e>
                    </m:d>
                  </m:oMath>
                </a14:m>
                <a:r>
                  <a:rPr lang="en-GB" dirty="0"/>
                  <a:t> is a generic notation used to denote the GF</a:t>
                </a:r>
              </a:p>
            </p:txBody>
          </p:sp>
        </mc:Choice>
        <mc:Fallback xmlns="">
          <p:sp>
            <p:nvSpPr>
              <p:cNvPr id="5" name="TextBox 4">
                <a:extLst>
                  <a:ext uri="{FF2B5EF4-FFF2-40B4-BE49-F238E27FC236}">
                    <a16:creationId xmlns:a16="http://schemas.microsoft.com/office/drawing/2014/main" id="{5D881B68-F4F5-A356-E31C-3B712432EF03}"/>
                  </a:ext>
                </a:extLst>
              </p:cNvPr>
              <p:cNvSpPr txBox="1">
                <a:spLocks noRot="1" noChangeAspect="1" noMove="1" noResize="1" noEditPoints="1" noAdjustHandles="1" noChangeArrowheads="1" noChangeShapeType="1" noTextEdit="1"/>
              </p:cNvSpPr>
              <p:nvPr/>
            </p:nvSpPr>
            <p:spPr>
              <a:xfrm>
                <a:off x="1022554" y="6027115"/>
                <a:ext cx="8878529" cy="369332"/>
              </a:xfrm>
              <a:prstGeom prst="rect">
                <a:avLst/>
              </a:prstGeom>
              <a:blipFill>
                <a:blip r:embed="rId3"/>
                <a:stretch>
                  <a:fillRect l="-618" t="-8333" b="-28333"/>
                </a:stretch>
              </a:blipFill>
            </p:spPr>
            <p:txBody>
              <a:bodyPr/>
              <a:lstStyle/>
              <a:p>
                <a:r>
                  <a:rPr lang="en-GB">
                    <a:noFill/>
                  </a:rPr>
                  <a:t> </a:t>
                </a:r>
              </a:p>
            </p:txBody>
          </p:sp>
        </mc:Fallback>
      </mc:AlternateContent>
      <p:cxnSp>
        <p:nvCxnSpPr>
          <p:cNvPr id="7" name="Straight Arrow Connector 6">
            <a:extLst>
              <a:ext uri="{FF2B5EF4-FFF2-40B4-BE49-F238E27FC236}">
                <a16:creationId xmlns:a16="http://schemas.microsoft.com/office/drawing/2014/main" id="{E5A70136-90A0-F3C9-C251-8D64F5570258}"/>
              </a:ext>
            </a:extLst>
          </p:cNvPr>
          <p:cNvCxnSpPr/>
          <p:nvPr/>
        </p:nvCxnSpPr>
        <p:spPr>
          <a:xfrm flipV="1">
            <a:off x="4503174" y="2241754"/>
            <a:ext cx="4050891" cy="3736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35327671-BCEC-32B0-3381-01637B543778}"/>
              </a:ext>
            </a:extLst>
          </p:cNvPr>
          <p:cNvSpPr txBox="1"/>
          <p:nvPr/>
        </p:nvSpPr>
        <p:spPr>
          <a:xfrm>
            <a:off x="8480321" y="2045109"/>
            <a:ext cx="2841523" cy="383458"/>
          </a:xfrm>
          <a:prstGeom prst="rect">
            <a:avLst/>
          </a:prstGeom>
          <a:noFill/>
        </p:spPr>
        <p:txBody>
          <a:bodyPr wrap="square" rtlCol="0">
            <a:spAutoFit/>
          </a:bodyPr>
          <a:lstStyle/>
          <a:p>
            <a:r>
              <a:rPr lang="en-GB" dirty="0"/>
              <a:t>What we are solving for!</a:t>
            </a:r>
          </a:p>
        </p:txBody>
      </p:sp>
      <p:sp>
        <p:nvSpPr>
          <p:cNvPr id="9" name="Title 1">
            <a:extLst>
              <a:ext uri="{FF2B5EF4-FFF2-40B4-BE49-F238E27FC236}">
                <a16:creationId xmlns:a16="http://schemas.microsoft.com/office/drawing/2014/main" id="{0FDC68CC-A306-7C66-0B66-9039E5FD9512}"/>
              </a:ext>
            </a:extLst>
          </p:cNvPr>
          <p:cNvSpPr>
            <a:spLocks noGrp="1"/>
          </p:cNvSpPr>
          <p:nvPr>
            <p:ph type="title"/>
          </p:nvPr>
        </p:nvSpPr>
        <p:spPr>
          <a:xfrm>
            <a:off x="267929" y="0"/>
            <a:ext cx="10515600" cy="834410"/>
          </a:xfrm>
        </p:spPr>
        <p:txBody>
          <a:bodyPr>
            <a:normAutofit/>
          </a:bodyPr>
          <a:lstStyle/>
          <a:p>
            <a:r>
              <a:rPr lang="en-GB" sz="4000" b="1" dirty="0">
                <a:solidFill>
                  <a:schemeClr val="bg1"/>
                </a:solidFill>
                <a:latin typeface="+mn-lt"/>
              </a:rPr>
              <a:t>The INLA-SPDE approach</a:t>
            </a:r>
          </a:p>
        </p:txBody>
      </p:sp>
    </p:spTree>
    <p:extLst>
      <p:ext uri="{BB962C8B-B14F-4D97-AF65-F5344CB8AC3E}">
        <p14:creationId xmlns:p14="http://schemas.microsoft.com/office/powerpoint/2010/main" val="40475675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AF4FE68-6909-8D59-409E-0DA1F0C0B372}"/>
                  </a:ext>
                </a:extLst>
              </p:cNvPr>
              <p:cNvSpPr>
                <a:spLocks noGrp="1"/>
              </p:cNvSpPr>
              <p:nvPr>
                <p:ph idx="1"/>
              </p:nvPr>
            </p:nvSpPr>
            <p:spPr>
              <a:xfrm>
                <a:off x="838200" y="1589650"/>
                <a:ext cx="10515600" cy="4351338"/>
              </a:xfrm>
            </p:spPr>
            <p:txBody>
              <a:bodyPr/>
              <a:lstStyle/>
              <a:p>
                <a:pPr marL="0" indent="0">
                  <a:buNone/>
                </a:pPr>
                <a:r>
                  <a:rPr lang="en-GB" dirty="0"/>
                  <a:t>The parameters of the GF and the SPDE are linked as follows, using the </a:t>
                </a:r>
                <a:r>
                  <a:rPr lang="en-GB" dirty="0" err="1"/>
                  <a:t>Matérn</a:t>
                </a:r>
                <a:r>
                  <a:rPr lang="en-GB" dirty="0"/>
                  <a:t> smoothness parameter </a:t>
                </a:r>
                <a14:m>
                  <m:oMath xmlns:m="http://schemas.openxmlformats.org/officeDocument/2006/math">
                    <m:r>
                      <a:rPr lang="en-GB" b="0" i="1" smtClean="0">
                        <a:latin typeface="Cambria Math" panose="02040503050406030204" pitchFamily="18" charset="0"/>
                      </a:rPr>
                      <m:t>𝜈</m:t>
                    </m:r>
                  </m:oMath>
                </a14:m>
                <a:r>
                  <a:rPr lang="en-GB" dirty="0"/>
                  <a:t> and the marginal variance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𝜎</m:t>
                        </m:r>
                      </m:e>
                      <m:sup>
                        <m:r>
                          <a:rPr lang="en-GB" i="1">
                            <a:latin typeface="Cambria Math" panose="02040503050406030204" pitchFamily="18" charset="0"/>
                          </a:rPr>
                          <m:t>2</m:t>
                        </m:r>
                      </m:sup>
                    </m:sSup>
                  </m:oMath>
                </a14:m>
                <a:r>
                  <a:rPr lang="en-GB" dirty="0"/>
                  <a:t>.</a:t>
                </a:r>
              </a:p>
              <a:p>
                <a:pPr marL="0" indent="0">
                  <a:buNone/>
                </a:pPr>
                <a14:m>
                  <m:oMathPara xmlns:m="http://schemas.openxmlformats.org/officeDocument/2006/math">
                    <m:oMath>
                      <m:r>
                        <a:rPr lang="en-GB" b="0" i="1" smtClean="0">
                          <a:latin typeface="Cambria Math" panose="02040503050406030204" pitchFamily="18" charset="0"/>
                        </a:rPr>
                        <m:t>𝜈</m:t>
                      </m:r>
                      <m:r>
                        <a:rPr lang="en-GB" b="0" i="1" smtClean="0">
                          <a:latin typeface="Cambria Math" panose="02040503050406030204" pitchFamily="18" charset="0"/>
                        </a:rPr>
                        <m:t>=</m:t>
                      </m:r>
                      <m:r>
                        <a:rPr lang="en-GB" b="0" i="1" smtClean="0">
                          <a:latin typeface="Cambria Math" panose="02040503050406030204" pitchFamily="18" charset="0"/>
                        </a:rPr>
                        <m:t>𝛼</m:t>
                      </m:r>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𝑑</m:t>
                          </m:r>
                        </m:num>
                        <m:den>
                          <m:r>
                            <a:rPr lang="en-GB" b="0" i="1" smtClean="0">
                              <a:latin typeface="Cambria Math" panose="02040503050406030204" pitchFamily="18" charset="0"/>
                            </a:rPr>
                            <m:t>2</m:t>
                          </m:r>
                        </m:den>
                      </m:f>
                    </m:oMath>
                  </m:oMathPara>
                </a14:m>
                <a:endParaRPr lang="en-GB" b="0" dirty="0"/>
              </a:p>
              <a:p>
                <a:pPr marL="0" indent="0">
                  <a:buNone/>
                </a:pPr>
                <a14:m>
                  <m:oMathPara xmlns:m="http://schemas.openxmlformats.org/officeDocument/2006/math">
                    <m:oMath>
                      <m:sSup>
                        <m:sSupPr>
                          <m:ctrlPr>
                            <a:rPr lang="en-GB" b="0" i="1" smtClean="0">
                              <a:latin typeface="Cambria Math" panose="02040503050406030204" pitchFamily="18" charset="0"/>
                            </a:rPr>
                          </m:ctrlPr>
                        </m:sSupPr>
                        <m:e>
                          <m:r>
                            <a:rPr lang="en-GB" b="0" i="1" smtClean="0">
                              <a:latin typeface="Cambria Math" panose="02040503050406030204" pitchFamily="18" charset="0"/>
                            </a:rPr>
                            <m:t>𝜎</m:t>
                          </m:r>
                        </m:e>
                        <m:sup>
                          <m:r>
                            <a:rPr lang="en-GB" b="0" i="1" smtClean="0">
                              <a:latin typeface="Cambria Math" panose="02040503050406030204" pitchFamily="18" charset="0"/>
                            </a:rPr>
                            <m:t>2</m:t>
                          </m:r>
                        </m:sup>
                      </m:sSup>
                      <m:r>
                        <a:rPr lang="en-GB" b="0" i="1" smtClean="0">
                          <a:latin typeface="Cambria Math" panose="02040503050406030204" pitchFamily="18" charset="0"/>
                        </a:rPr>
                        <m:t>=</m:t>
                      </m:r>
                      <m:f>
                        <m:fPr>
                          <m:ctrlPr>
                            <a:rPr lang="en-GB" b="0" i="0" smtClean="0">
                              <a:latin typeface="Cambria Math" panose="02040503050406030204" pitchFamily="18" charset="0"/>
                            </a:rPr>
                          </m:ctrlPr>
                        </m:fPr>
                        <m:num>
                          <m:r>
                            <m:rPr>
                              <m:sty m:val="p"/>
                            </m:rPr>
                            <a:rPr lang="en-GB" b="0" i="0" smtClean="0">
                              <a:latin typeface="Cambria Math" panose="02040503050406030204" pitchFamily="18" charset="0"/>
                            </a:rPr>
                            <m:t>Γ</m:t>
                          </m:r>
                          <m:r>
                            <a:rPr lang="en-GB" b="0" i="1" smtClean="0">
                              <a:latin typeface="Cambria Math" panose="02040503050406030204" pitchFamily="18" charset="0"/>
                            </a:rPr>
                            <m:t>(</m:t>
                          </m:r>
                          <m:r>
                            <a:rPr lang="en-GB" b="0" i="1" smtClean="0">
                              <a:latin typeface="Cambria Math" panose="02040503050406030204" pitchFamily="18" charset="0"/>
                            </a:rPr>
                            <m:t>𝜈</m:t>
                          </m:r>
                          <m:r>
                            <a:rPr lang="en-GB" b="0" i="1" smtClean="0">
                              <a:latin typeface="Cambria Math" panose="02040503050406030204" pitchFamily="18" charset="0"/>
                            </a:rPr>
                            <m:t>)</m:t>
                          </m:r>
                        </m:num>
                        <m:den>
                          <m:r>
                            <m:rPr>
                              <m:sty m:val="p"/>
                            </m:rPr>
                            <a:rPr lang="en-GB" b="0" i="0" smtClean="0">
                              <a:latin typeface="Cambria Math" panose="02040503050406030204" pitchFamily="18" charset="0"/>
                            </a:rPr>
                            <m:t>Γ</m:t>
                          </m:r>
                          <m:d>
                            <m:dPr>
                              <m:ctrlPr>
                                <a:rPr lang="en-GB" b="0" i="1" smtClean="0">
                                  <a:latin typeface="Cambria Math" panose="02040503050406030204" pitchFamily="18" charset="0"/>
                                </a:rPr>
                              </m:ctrlPr>
                            </m:dPr>
                            <m:e>
                              <m:r>
                                <a:rPr lang="en-GB" b="0" i="1" smtClean="0">
                                  <a:latin typeface="Cambria Math" panose="02040503050406030204" pitchFamily="18" charset="0"/>
                                </a:rPr>
                                <m:t>𝛼</m:t>
                              </m:r>
                            </m:e>
                          </m:d>
                          <m:sSup>
                            <m:sSupPr>
                              <m:ctrlPr>
                                <a:rPr lang="en-GB" b="0" i="1" smtClean="0">
                                  <a:latin typeface="Cambria Math" panose="02040503050406030204" pitchFamily="18" charset="0"/>
                                </a:rPr>
                              </m:ctrlPr>
                            </m:sSupPr>
                            <m:e>
                              <m:d>
                                <m:dPr>
                                  <m:ctrlPr>
                                    <a:rPr lang="en-GB" b="0" i="1" smtClean="0">
                                      <a:latin typeface="Cambria Math" panose="02040503050406030204" pitchFamily="18" charset="0"/>
                                    </a:rPr>
                                  </m:ctrlPr>
                                </m:dPr>
                                <m:e>
                                  <m:r>
                                    <a:rPr lang="en-GB" b="0" i="1" smtClean="0">
                                      <a:latin typeface="Cambria Math" panose="02040503050406030204" pitchFamily="18" charset="0"/>
                                    </a:rPr>
                                    <m:t>4</m:t>
                                  </m:r>
                                  <m:r>
                                    <a:rPr lang="en-GB" b="0" i="1" smtClean="0">
                                      <a:latin typeface="Cambria Math" panose="02040503050406030204" pitchFamily="18" charset="0"/>
                                    </a:rPr>
                                    <m:t>𝜋</m:t>
                                  </m:r>
                                </m:e>
                              </m:d>
                            </m:e>
                            <m:sup>
                              <m:r>
                                <a:rPr lang="en-GB" b="0" i="1" smtClean="0">
                                  <a:latin typeface="Cambria Math" panose="02040503050406030204" pitchFamily="18" charset="0"/>
                                </a:rPr>
                                <m:t>𝑑</m:t>
                              </m:r>
                              <m:r>
                                <a:rPr lang="en-GB" b="0" i="1" smtClean="0">
                                  <a:latin typeface="Cambria Math" panose="02040503050406030204" pitchFamily="18" charset="0"/>
                                </a:rPr>
                                <m:t>/2</m:t>
                              </m:r>
                            </m:sup>
                          </m:sSup>
                          <m:sSup>
                            <m:sSupPr>
                              <m:ctrlPr>
                                <a:rPr lang="en-GB" b="0" i="1" smtClean="0">
                                  <a:latin typeface="Cambria Math" panose="02040503050406030204" pitchFamily="18" charset="0"/>
                                </a:rPr>
                              </m:ctrlPr>
                            </m:sSupPr>
                            <m:e>
                              <m:r>
                                <a:rPr lang="en-GB" b="0" i="1" smtClean="0">
                                  <a:latin typeface="Cambria Math" panose="02040503050406030204" pitchFamily="18" charset="0"/>
                                </a:rPr>
                                <m:t>𝜅</m:t>
                              </m:r>
                            </m:e>
                            <m:sup>
                              <m:r>
                                <a:rPr lang="en-GB" b="0" i="1" smtClean="0">
                                  <a:latin typeface="Cambria Math" panose="02040503050406030204" pitchFamily="18" charset="0"/>
                                </a:rPr>
                                <m:t>2</m:t>
                              </m:r>
                              <m:r>
                                <a:rPr lang="en-GB" b="0" i="1" smtClean="0">
                                  <a:latin typeface="Cambria Math" panose="02040503050406030204" pitchFamily="18" charset="0"/>
                                </a:rPr>
                                <m:t>𝜈</m:t>
                              </m:r>
                            </m:sup>
                          </m:sSup>
                          <m:sSup>
                            <m:sSupPr>
                              <m:ctrlPr>
                                <a:rPr lang="en-GB" b="0" i="1" smtClean="0">
                                  <a:latin typeface="Cambria Math" panose="02040503050406030204" pitchFamily="18" charset="0"/>
                                </a:rPr>
                              </m:ctrlPr>
                            </m:sSupPr>
                            <m:e>
                              <m:r>
                                <a:rPr lang="en-GB" b="0" i="1" smtClean="0">
                                  <a:latin typeface="Cambria Math" panose="02040503050406030204" pitchFamily="18" charset="0"/>
                                </a:rPr>
                                <m:t>𝜏</m:t>
                              </m:r>
                            </m:e>
                            <m:sup>
                              <m:r>
                                <a:rPr lang="en-GB" b="0" i="1" smtClean="0">
                                  <a:latin typeface="Cambria Math" panose="02040503050406030204" pitchFamily="18" charset="0"/>
                                </a:rPr>
                                <m:t>2</m:t>
                              </m:r>
                            </m:sup>
                          </m:sSup>
                        </m:den>
                      </m:f>
                    </m:oMath>
                  </m:oMathPara>
                </a14:m>
                <a:endParaRPr lang="en-GB" dirty="0"/>
              </a:p>
              <a:p>
                <a:r>
                  <a:rPr lang="en-GB" dirty="0"/>
                  <a:t>When </a:t>
                </a:r>
                <a14:m>
                  <m:oMath xmlns:m="http://schemas.openxmlformats.org/officeDocument/2006/math">
                    <m:r>
                      <a:rPr lang="en-GB" b="1" i="1" smtClean="0">
                        <a:latin typeface="Cambria Math" panose="02040503050406030204" pitchFamily="18" charset="0"/>
                      </a:rPr>
                      <m:t>𝒔</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𝑅</m:t>
                        </m:r>
                      </m:e>
                      <m:sup>
                        <m:r>
                          <a:rPr lang="en-GB" b="0" i="1" smtClean="0">
                            <a:latin typeface="Cambria Math" panose="02040503050406030204" pitchFamily="18" charset="0"/>
                          </a:rPr>
                          <m:t>2</m:t>
                        </m:r>
                      </m:sup>
                    </m:sSup>
                  </m:oMath>
                </a14:m>
                <a:r>
                  <a:rPr lang="en-GB" dirty="0"/>
                  <a:t> (i.e., </a:t>
                </a:r>
                <a14:m>
                  <m:oMath xmlns:m="http://schemas.openxmlformats.org/officeDocument/2006/math">
                    <m:r>
                      <a:rPr lang="en-GB" b="0" i="1" smtClean="0">
                        <a:latin typeface="Cambria Math" panose="02040503050406030204" pitchFamily="18" charset="0"/>
                      </a:rPr>
                      <m:t>𝑑</m:t>
                    </m:r>
                    <m:r>
                      <a:rPr lang="en-GB" b="0" i="1" smtClean="0">
                        <a:latin typeface="Cambria Math" panose="02040503050406030204" pitchFamily="18" charset="0"/>
                      </a:rPr>
                      <m:t>=2</m:t>
                    </m:r>
                  </m:oMath>
                </a14:m>
                <a:r>
                  <a:rPr lang="en-GB" dirty="0"/>
                  <a:t>) and </a:t>
                </a:r>
                <a14:m>
                  <m:oMath xmlns:m="http://schemas.openxmlformats.org/officeDocument/2006/math">
                    <m:r>
                      <a:rPr lang="en-GB" b="0" i="1" smtClean="0">
                        <a:latin typeface="Cambria Math" panose="02040503050406030204" pitchFamily="18" charset="0"/>
                      </a:rPr>
                      <m:t>𝜈</m:t>
                    </m:r>
                    <m:r>
                      <a:rPr lang="en-GB" b="0" i="1" smtClean="0">
                        <a:latin typeface="Cambria Math" panose="02040503050406030204" pitchFamily="18" charset="0"/>
                      </a:rPr>
                      <m:t>=0.5</m:t>
                    </m:r>
                  </m:oMath>
                </a14:m>
                <a:r>
                  <a:rPr lang="en-GB" dirty="0"/>
                  <a:t> (exponential covariance function), </a:t>
                </a:r>
                <a14:m>
                  <m:oMath xmlns:m="http://schemas.openxmlformats.org/officeDocument/2006/math">
                    <m:r>
                      <a:rPr lang="en-GB" b="0" i="1" smtClean="0">
                        <a:latin typeface="Cambria Math" panose="02040503050406030204" pitchFamily="18" charset="0"/>
                      </a:rPr>
                      <m:t>𝛼</m:t>
                    </m:r>
                    <m:r>
                      <a:rPr lang="en-GB" b="0" i="1" smtClean="0">
                        <a:latin typeface="Cambria Math" panose="02040503050406030204" pitchFamily="18" charset="0"/>
                      </a:rPr>
                      <m:t>=3/2</m:t>
                    </m:r>
                  </m:oMath>
                </a14:m>
                <a:r>
                  <a:rPr lang="en-GB" dirty="0"/>
                  <a:t>.</a:t>
                </a:r>
              </a:p>
              <a:p>
                <a:r>
                  <a:rPr lang="en-GB" dirty="0"/>
                  <a:t>In R-INLA, the default value is </a:t>
                </a:r>
                <a14:m>
                  <m:oMath xmlns:m="http://schemas.openxmlformats.org/officeDocument/2006/math">
                    <m:r>
                      <a:rPr lang="en-GB" b="0" i="1" smtClean="0">
                        <a:latin typeface="Cambria Math" panose="02040503050406030204" pitchFamily="18" charset="0"/>
                      </a:rPr>
                      <m:t>𝛼</m:t>
                    </m:r>
                    <m:r>
                      <a:rPr lang="en-GB" b="0" i="1" smtClean="0">
                        <a:latin typeface="Cambria Math" panose="02040503050406030204" pitchFamily="18" charset="0"/>
                      </a:rPr>
                      <m:t>=2</m:t>
                    </m:r>
                  </m:oMath>
                </a14:m>
                <a:r>
                  <a:rPr lang="en-GB" dirty="0"/>
                  <a:t>, although in general, </a:t>
                </a:r>
                <a14:m>
                  <m:oMath xmlns:m="http://schemas.openxmlformats.org/officeDocument/2006/math">
                    <m:r>
                      <a:rPr lang="en-GB" b="0" i="1" smtClean="0">
                        <a:latin typeface="Cambria Math" panose="02040503050406030204" pitchFamily="18" charset="0"/>
                      </a:rPr>
                      <m:t>0</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𝛼</m:t>
                    </m:r>
                    <m:r>
                      <a:rPr lang="en-GB" b="0" i="1" smtClean="0">
                        <a:latin typeface="Cambria Math" panose="02040503050406030204" pitchFamily="18" charset="0"/>
                        <a:ea typeface="Cambria Math" panose="02040503050406030204" pitchFamily="18" charset="0"/>
                      </a:rPr>
                      <m:t>&lt;2</m:t>
                    </m:r>
                  </m:oMath>
                </a14:m>
                <a:r>
                  <a:rPr lang="en-GB" dirty="0"/>
                  <a:t>.</a:t>
                </a:r>
              </a:p>
            </p:txBody>
          </p:sp>
        </mc:Choice>
        <mc:Fallback xmlns="">
          <p:sp>
            <p:nvSpPr>
              <p:cNvPr id="3" name="Content Placeholder 2">
                <a:extLst>
                  <a:ext uri="{FF2B5EF4-FFF2-40B4-BE49-F238E27FC236}">
                    <a16:creationId xmlns:a16="http://schemas.microsoft.com/office/drawing/2014/main" id="{6AF4FE68-6909-8D59-409E-0DA1F0C0B372}"/>
                  </a:ext>
                </a:extLst>
              </p:cNvPr>
              <p:cNvSpPr>
                <a:spLocks noGrp="1" noRot="1" noChangeAspect="1" noMove="1" noResize="1" noEditPoints="1" noAdjustHandles="1" noChangeArrowheads="1" noChangeShapeType="1" noTextEdit="1"/>
              </p:cNvSpPr>
              <p:nvPr>
                <p:ph idx="1"/>
              </p:nvPr>
            </p:nvSpPr>
            <p:spPr>
              <a:xfrm>
                <a:off x="838200" y="1589650"/>
                <a:ext cx="10515600" cy="4351338"/>
              </a:xfrm>
              <a:blipFill>
                <a:blip r:embed="rId2"/>
                <a:stretch>
                  <a:fillRect l="-1217" t="-2521" r="-232"/>
                </a:stretch>
              </a:blipFill>
            </p:spPr>
            <p:txBody>
              <a:bodyPr/>
              <a:lstStyle/>
              <a:p>
                <a:r>
                  <a:rPr lang="en-GB">
                    <a:noFill/>
                  </a:rPr>
                  <a:t> </a:t>
                </a:r>
              </a:p>
            </p:txBody>
          </p:sp>
        </mc:Fallback>
      </mc:AlternateContent>
      <p:sp>
        <p:nvSpPr>
          <p:cNvPr id="6" name="Title 1">
            <a:extLst>
              <a:ext uri="{FF2B5EF4-FFF2-40B4-BE49-F238E27FC236}">
                <a16:creationId xmlns:a16="http://schemas.microsoft.com/office/drawing/2014/main" id="{34CAA696-11D8-2309-197C-7EF2E4445A61}"/>
              </a:ext>
            </a:extLst>
          </p:cNvPr>
          <p:cNvSpPr>
            <a:spLocks noGrp="1"/>
          </p:cNvSpPr>
          <p:nvPr>
            <p:ph type="title"/>
          </p:nvPr>
        </p:nvSpPr>
        <p:spPr>
          <a:xfrm>
            <a:off x="267929" y="0"/>
            <a:ext cx="10515600" cy="834410"/>
          </a:xfrm>
        </p:spPr>
        <p:txBody>
          <a:bodyPr>
            <a:normAutofit/>
          </a:bodyPr>
          <a:lstStyle/>
          <a:p>
            <a:r>
              <a:rPr lang="en-GB" sz="4000" b="1" dirty="0">
                <a:solidFill>
                  <a:schemeClr val="bg1"/>
                </a:solidFill>
                <a:latin typeface="+mn-lt"/>
              </a:rPr>
              <a:t>The INLA-SPDE approach</a:t>
            </a:r>
          </a:p>
        </p:txBody>
      </p:sp>
    </p:spTree>
    <p:extLst>
      <p:ext uri="{BB962C8B-B14F-4D97-AF65-F5344CB8AC3E}">
        <p14:creationId xmlns:p14="http://schemas.microsoft.com/office/powerpoint/2010/main" val="9232546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https://images.openai.com/static-rsc-4/cqKxqQMdgZ-KKyTqQqqWnd1wO_AfzxS6VPWo0Zso5trl6v7531SIIOc-6WMAfSJDXyhT7k6yIIZQ95RBgOuyIQ4hvkVxcBbRp3FPDR39QNSjS2iG8MHTkd1GTZQtpnNnAH0JXfQQikld0tBW22n0xJS2INbiWAb5Isa9UrsLtDpt9XP58mdVvl6lv3hjwei-?purpose=fullsize">
            <a:extLst>
              <a:ext uri="{FF2B5EF4-FFF2-40B4-BE49-F238E27FC236}">
                <a16:creationId xmlns:a16="http://schemas.microsoft.com/office/drawing/2014/main" id="{88129723-2F0E-7950-A062-CF23A14E0964}"/>
              </a:ext>
            </a:extLst>
          </p:cNvPr>
          <p:cNvPicPr>
            <a:picLocks noChangeAspect="1"/>
          </p:cNvPicPr>
          <p:nvPr/>
        </p:nvPicPr>
        <p:blipFill>
          <a:blip r:embed="rId2"/>
          <a:srcRect l="26774" t="16203" r="21969" b="20556"/>
          <a:stretch>
            <a:fillRect/>
          </a:stretch>
        </p:blipFill>
        <p:spPr>
          <a:xfrm>
            <a:off x="7924800" y="2166938"/>
            <a:ext cx="4267200" cy="3252787"/>
          </a:xfrm>
          <a:prstGeom prst="rect">
            <a:avLst/>
          </a:prstGeom>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3DF1C8A-CAD6-E56E-927D-D02A7E3E98A0}"/>
                  </a:ext>
                </a:extLst>
              </p:cNvPr>
              <p:cNvSpPr>
                <a:spLocks noGrp="1"/>
              </p:cNvSpPr>
              <p:nvPr>
                <p:ph idx="1"/>
              </p:nvPr>
            </p:nvSpPr>
            <p:spPr>
              <a:xfrm>
                <a:off x="295275" y="1854200"/>
                <a:ext cx="7912510" cy="4351338"/>
              </a:xfrm>
            </p:spPr>
            <p:txBody>
              <a:bodyPr>
                <a:normAutofit lnSpcReduction="10000"/>
              </a:bodyPr>
              <a:lstStyle/>
              <a:p>
                <a:r>
                  <a:rPr lang="en-GB" dirty="0"/>
                  <a:t>The solution to the SPDE represented by the stationary and isotropic GF </a:t>
                </a:r>
                <a14:m>
                  <m:oMath xmlns:m="http://schemas.openxmlformats.org/officeDocument/2006/math">
                    <m:r>
                      <a:rPr lang="en-GB" i="1">
                        <a:latin typeface="Cambria Math" panose="02040503050406030204" pitchFamily="18" charset="0"/>
                        <a:ea typeface="Cambria Math" panose="02040503050406030204" pitchFamily="18" charset="0"/>
                      </a:rPr>
                      <m:t>𝜉</m:t>
                    </m:r>
                    <m:d>
                      <m:dPr>
                        <m:ctrlPr>
                          <a:rPr lang="en-GB" b="1" i="1">
                            <a:latin typeface="Cambria Math" panose="02040503050406030204" pitchFamily="18" charset="0"/>
                          </a:rPr>
                        </m:ctrlPr>
                      </m:dPr>
                      <m:e>
                        <m:r>
                          <a:rPr lang="en-GB" b="1" i="1">
                            <a:latin typeface="Cambria Math" panose="02040503050406030204" pitchFamily="18" charset="0"/>
                          </a:rPr>
                          <m:t>𝒔</m:t>
                        </m:r>
                      </m:e>
                    </m:d>
                  </m:oMath>
                </a14:m>
                <a:r>
                  <a:rPr lang="en-GB" dirty="0"/>
                  <a:t>, can be found using the </a:t>
                </a:r>
                <a:r>
                  <a:rPr lang="en-GB" b="1" dirty="0"/>
                  <a:t>finite element method</a:t>
                </a:r>
                <a:r>
                  <a:rPr lang="en-GB" dirty="0"/>
                  <a:t>.</a:t>
                </a:r>
              </a:p>
              <a:p>
                <a:r>
                  <a:rPr lang="en-GB" dirty="0"/>
                  <a:t>The method divides the spatial domain </a:t>
                </a:r>
                <a14:m>
                  <m:oMath xmlns:m="http://schemas.openxmlformats.org/officeDocument/2006/math">
                    <m:r>
                      <a:rPr lang="en-GB" b="0" i="1" smtClean="0">
                        <a:latin typeface="Cambria Math" panose="02040503050406030204" pitchFamily="18" charset="0"/>
                      </a:rPr>
                      <m:t>𝐷</m:t>
                    </m:r>
                  </m:oMath>
                </a14:m>
                <a:r>
                  <a:rPr lang="en-GB" dirty="0"/>
                  <a:t> into a set of non-intersecting triangles</a:t>
                </a:r>
              </a:p>
              <a:p>
                <a:r>
                  <a:rPr lang="en-GB" dirty="0"/>
                  <a:t>This results in a triangulated mesh with </a:t>
                </a:r>
                <a14:m>
                  <m:oMath xmlns:m="http://schemas.openxmlformats.org/officeDocument/2006/math">
                    <m:r>
                      <a:rPr lang="en-GB" b="0" i="1" smtClean="0">
                        <a:latin typeface="Cambria Math" panose="02040503050406030204" pitchFamily="18" charset="0"/>
                      </a:rPr>
                      <m:t>𝐺</m:t>
                    </m:r>
                  </m:oMath>
                </a14:m>
                <a:r>
                  <a:rPr lang="en-GB" dirty="0"/>
                  <a:t> nodes and </a:t>
                </a:r>
                <a14:m>
                  <m:oMath xmlns:m="http://schemas.openxmlformats.org/officeDocument/2006/math">
                    <m:r>
                      <a:rPr lang="en-GB" b="0" i="1" smtClean="0">
                        <a:latin typeface="Cambria Math" panose="02040503050406030204" pitchFamily="18" charset="0"/>
                      </a:rPr>
                      <m:t>𝐺</m:t>
                    </m:r>
                  </m:oMath>
                </a14:m>
                <a:r>
                  <a:rPr lang="en-GB" dirty="0"/>
                  <a:t> basis functions</a:t>
                </a:r>
              </a:p>
              <a:p>
                <a:r>
                  <a:rPr lang="en-GB" dirty="0"/>
                  <a:t>The basis functions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𝜓</m:t>
                        </m:r>
                      </m:e>
                      <m:sub>
                        <m:r>
                          <a:rPr lang="en-GB" b="0" i="1" smtClean="0">
                            <a:latin typeface="Cambria Math" panose="02040503050406030204" pitchFamily="18" charset="0"/>
                          </a:rPr>
                          <m:t>𝑔</m:t>
                        </m:r>
                      </m:sub>
                    </m:sSub>
                    <m:r>
                      <a:rPr lang="en-GB" b="0" i="1" smtClean="0">
                        <a:latin typeface="Cambria Math" panose="02040503050406030204" pitchFamily="18" charset="0"/>
                      </a:rPr>
                      <m:t>(.)</m:t>
                    </m:r>
                  </m:oMath>
                </a14:m>
                <a:r>
                  <a:rPr lang="en-GB" dirty="0"/>
                  <a:t> are chosen to be piecewise linear in each triangle, i.e.,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𝜓</m:t>
                        </m:r>
                      </m:e>
                      <m:sub>
                        <m:r>
                          <a:rPr lang="en-GB" i="1">
                            <a:latin typeface="Cambria Math" panose="02040503050406030204" pitchFamily="18" charset="0"/>
                          </a:rPr>
                          <m:t>𝑔</m:t>
                        </m:r>
                      </m:sub>
                    </m:sSub>
                  </m:oMath>
                </a14:m>
                <a:r>
                  <a:rPr lang="en-GB" dirty="0"/>
                  <a:t> is equal to 1 at vertex </a:t>
                </a:r>
                <a14:m>
                  <m:oMath xmlns:m="http://schemas.openxmlformats.org/officeDocument/2006/math">
                    <m:r>
                      <a:rPr lang="en-GB" b="0" i="1" smtClean="0">
                        <a:latin typeface="Cambria Math" panose="02040503050406030204" pitchFamily="18" charset="0"/>
                      </a:rPr>
                      <m:t>𝑔</m:t>
                    </m:r>
                  </m:oMath>
                </a14:m>
                <a:r>
                  <a:rPr lang="en-GB" dirty="0"/>
                  <a:t> and 0 at all other vertices</a:t>
                </a:r>
              </a:p>
              <a:p>
                <a:endParaRPr lang="en-GB" dirty="0"/>
              </a:p>
            </p:txBody>
          </p:sp>
        </mc:Choice>
        <mc:Fallback xmlns="">
          <p:sp>
            <p:nvSpPr>
              <p:cNvPr id="3" name="Content Placeholder 2">
                <a:extLst>
                  <a:ext uri="{FF2B5EF4-FFF2-40B4-BE49-F238E27FC236}">
                    <a16:creationId xmlns:a16="http://schemas.microsoft.com/office/drawing/2014/main" id="{93DF1C8A-CAD6-E56E-927D-D02A7E3E98A0}"/>
                  </a:ext>
                </a:extLst>
              </p:cNvPr>
              <p:cNvSpPr>
                <a:spLocks noGrp="1" noRot="1" noChangeAspect="1" noMove="1" noResize="1" noEditPoints="1" noAdjustHandles="1" noChangeArrowheads="1" noChangeShapeType="1" noTextEdit="1"/>
              </p:cNvSpPr>
              <p:nvPr>
                <p:ph idx="1"/>
              </p:nvPr>
            </p:nvSpPr>
            <p:spPr>
              <a:xfrm>
                <a:off x="295275" y="1854200"/>
                <a:ext cx="7912510" cy="4351338"/>
              </a:xfrm>
              <a:blipFill>
                <a:blip r:embed="rId3"/>
                <a:stretch>
                  <a:fillRect l="-1387" t="-3081" r="-1079"/>
                </a:stretch>
              </a:blipFill>
            </p:spPr>
            <p:txBody>
              <a:bodyPr/>
              <a:lstStyle/>
              <a:p>
                <a:r>
                  <a:rPr lang="en-GB">
                    <a:noFill/>
                  </a:rPr>
                  <a:t> </a:t>
                </a:r>
              </a:p>
            </p:txBody>
          </p:sp>
        </mc:Fallback>
      </mc:AlternateContent>
      <p:sp>
        <p:nvSpPr>
          <p:cNvPr id="7" name="Title 1">
            <a:extLst>
              <a:ext uri="{FF2B5EF4-FFF2-40B4-BE49-F238E27FC236}">
                <a16:creationId xmlns:a16="http://schemas.microsoft.com/office/drawing/2014/main" id="{CEBE5B23-A933-E0E0-2C89-07A74C3AF849}"/>
              </a:ext>
            </a:extLst>
          </p:cNvPr>
          <p:cNvSpPr>
            <a:spLocks noGrp="1"/>
          </p:cNvSpPr>
          <p:nvPr>
            <p:ph type="title"/>
          </p:nvPr>
        </p:nvSpPr>
        <p:spPr>
          <a:xfrm>
            <a:off x="267929" y="0"/>
            <a:ext cx="10515600" cy="834410"/>
          </a:xfrm>
        </p:spPr>
        <p:txBody>
          <a:bodyPr>
            <a:normAutofit/>
          </a:bodyPr>
          <a:lstStyle/>
          <a:p>
            <a:r>
              <a:rPr lang="en-GB" sz="4000" b="1" dirty="0">
                <a:solidFill>
                  <a:schemeClr val="bg1"/>
                </a:solidFill>
                <a:latin typeface="+mn-lt"/>
              </a:rPr>
              <a:t>The INLA-SPDE approach</a:t>
            </a:r>
          </a:p>
        </p:txBody>
      </p:sp>
    </p:spTree>
    <p:extLst>
      <p:ext uri="{BB962C8B-B14F-4D97-AF65-F5344CB8AC3E}">
        <p14:creationId xmlns:p14="http://schemas.microsoft.com/office/powerpoint/2010/main" val="23862996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2B42D1A-1BA5-59EB-034F-DD3AFD881F11}"/>
                  </a:ext>
                </a:extLst>
              </p:cNvPr>
              <p:cNvSpPr>
                <a:spLocks noGrp="1"/>
              </p:cNvSpPr>
              <p:nvPr>
                <p:ph idx="1"/>
              </p:nvPr>
            </p:nvSpPr>
            <p:spPr>
              <a:xfrm>
                <a:off x="838200" y="1579819"/>
                <a:ext cx="10515600" cy="4351338"/>
              </a:xfrm>
            </p:spPr>
            <p:txBody>
              <a:bodyPr>
                <a:normAutofit fontScale="92500" lnSpcReduction="20000"/>
              </a:bodyPr>
              <a:lstStyle/>
              <a:p>
                <a:r>
                  <a:rPr lang="en-GB" dirty="0"/>
                  <a:t>Then the continuously indexed GF </a:t>
                </a:r>
                <a14:m>
                  <m:oMath xmlns:m="http://schemas.openxmlformats.org/officeDocument/2006/math">
                    <m:r>
                      <a:rPr lang="en-GB" i="1">
                        <a:latin typeface="Cambria Math" panose="02040503050406030204" pitchFamily="18" charset="0"/>
                        <a:ea typeface="Cambria Math" panose="02040503050406030204" pitchFamily="18" charset="0"/>
                      </a:rPr>
                      <m:t>𝜉</m:t>
                    </m:r>
                    <m:d>
                      <m:dPr>
                        <m:ctrlPr>
                          <a:rPr lang="en-GB" b="1" i="1">
                            <a:latin typeface="Cambria Math" panose="02040503050406030204" pitchFamily="18" charset="0"/>
                          </a:rPr>
                        </m:ctrlPr>
                      </m:dPr>
                      <m:e>
                        <m:r>
                          <a:rPr lang="en-GB" b="1" i="1">
                            <a:latin typeface="Cambria Math" panose="02040503050406030204" pitchFamily="18" charset="0"/>
                          </a:rPr>
                          <m:t>𝒔</m:t>
                        </m:r>
                      </m:e>
                    </m:d>
                  </m:oMath>
                </a14:m>
                <a:r>
                  <a:rPr lang="en-GB" dirty="0"/>
                  <a:t> is represented as a discretely indexed GMRF via the finite basis functions defined on the triangulated mesh as</a:t>
                </a:r>
              </a:p>
              <a:p>
                <a:pPr marL="0" indent="0" algn="ctr">
                  <a:buNone/>
                </a:pPr>
                <a14:m>
                  <m:oMath xmlns:m="http://schemas.openxmlformats.org/officeDocument/2006/math">
                    <m:r>
                      <a:rPr lang="en-GB" i="1">
                        <a:latin typeface="Cambria Math" panose="02040503050406030204" pitchFamily="18" charset="0"/>
                        <a:ea typeface="Cambria Math" panose="02040503050406030204" pitchFamily="18" charset="0"/>
                      </a:rPr>
                      <m:t>𝜉</m:t>
                    </m:r>
                    <m:d>
                      <m:dPr>
                        <m:ctrlPr>
                          <a:rPr lang="en-GB" b="1" i="1">
                            <a:latin typeface="Cambria Math" panose="02040503050406030204" pitchFamily="18" charset="0"/>
                          </a:rPr>
                        </m:ctrlPr>
                      </m:dPr>
                      <m:e>
                        <m:r>
                          <a:rPr lang="en-GB" b="1" i="1">
                            <a:latin typeface="Cambria Math" panose="02040503050406030204" pitchFamily="18" charset="0"/>
                          </a:rPr>
                          <m:t>𝒔</m:t>
                        </m:r>
                      </m:e>
                    </m:d>
                    <m:r>
                      <a:rPr lang="en-GB" b="1" i="1" smtClean="0">
                        <a:latin typeface="Cambria Math" panose="02040503050406030204" pitchFamily="18" charset="0"/>
                      </a:rPr>
                      <m:t>=</m:t>
                    </m:r>
                    <m:nary>
                      <m:naryPr>
                        <m:chr m:val="∑"/>
                        <m:limLoc m:val="subSup"/>
                        <m:ctrlPr>
                          <a:rPr lang="en-GB" b="0" i="1" smtClean="0">
                            <a:latin typeface="Cambria Math" panose="02040503050406030204" pitchFamily="18" charset="0"/>
                          </a:rPr>
                        </m:ctrlPr>
                      </m:naryPr>
                      <m:sub>
                        <m:r>
                          <m:rPr>
                            <m:brk m:alnAt="25"/>
                          </m:rPr>
                          <a:rPr lang="en-GB" b="0" i="1" smtClean="0">
                            <a:latin typeface="Cambria Math" panose="02040503050406030204" pitchFamily="18" charset="0"/>
                          </a:rPr>
                          <m:t>𝑔</m:t>
                        </m:r>
                        <m:r>
                          <m:rPr>
                            <m:brk m:alnAt="25"/>
                          </m:rPr>
                          <a:rPr lang="en-GB" b="0" i="1" smtClean="0">
                            <a:latin typeface="Cambria Math" panose="02040503050406030204" pitchFamily="18" charset="0"/>
                          </a:rPr>
                          <m:t>=</m:t>
                        </m:r>
                        <m:r>
                          <m:rPr>
                            <m:brk m:alnAt="25"/>
                          </m:rPr>
                          <a:rPr lang="en-GB" b="0" i="1" smtClean="0">
                            <a:latin typeface="Cambria Math" panose="02040503050406030204" pitchFamily="18" charset="0"/>
                          </a:rPr>
                          <m:t>1</m:t>
                        </m:r>
                      </m:sub>
                      <m:sup>
                        <m:r>
                          <a:rPr lang="en-GB" b="0" i="1" smtClean="0">
                            <a:latin typeface="Cambria Math" panose="02040503050406030204" pitchFamily="18" charset="0"/>
                          </a:rPr>
                          <m:t>𝐺</m:t>
                        </m:r>
                      </m:sup>
                      <m:e>
                        <m:sSub>
                          <m:sSubPr>
                            <m:ctrlPr>
                              <a:rPr lang="en-GB" b="0" i="1" smtClean="0">
                                <a:latin typeface="Cambria Math" panose="02040503050406030204" pitchFamily="18" charset="0"/>
                              </a:rPr>
                            </m:ctrlPr>
                          </m:sSubPr>
                          <m:e>
                            <m:r>
                              <a:rPr lang="en-GB" b="0" i="1" smtClean="0">
                                <a:latin typeface="Cambria Math" panose="02040503050406030204" pitchFamily="18" charset="0"/>
                              </a:rPr>
                              <m:t>𝜓</m:t>
                            </m:r>
                          </m:e>
                          <m:sub>
                            <m:r>
                              <a:rPr lang="en-GB" b="0" i="1" smtClean="0">
                                <a:latin typeface="Cambria Math" panose="02040503050406030204" pitchFamily="18" charset="0"/>
                              </a:rPr>
                              <m:t>𝑔</m:t>
                            </m:r>
                          </m:sub>
                        </m:sSub>
                        <m:d>
                          <m:dPr>
                            <m:ctrlPr>
                              <a:rPr lang="en-GB" b="1" i="1" smtClean="0">
                                <a:latin typeface="Cambria Math" panose="02040503050406030204" pitchFamily="18" charset="0"/>
                              </a:rPr>
                            </m:ctrlPr>
                          </m:dPr>
                          <m:e>
                            <m:r>
                              <a:rPr lang="en-GB" b="1" i="1" smtClean="0">
                                <a:latin typeface="Cambria Math" panose="02040503050406030204" pitchFamily="18" charset="0"/>
                              </a:rPr>
                              <m:t>𝒔</m:t>
                            </m:r>
                          </m:e>
                        </m:d>
                        <m:sSub>
                          <m:sSubPr>
                            <m:ctrlPr>
                              <a:rPr lang="en-GB" i="1">
                                <a:latin typeface="Cambria Math" panose="02040503050406030204" pitchFamily="18" charset="0"/>
                                <a:ea typeface="Cambria Math" panose="02040503050406030204" pitchFamily="18" charset="0"/>
                              </a:rPr>
                            </m:ctrlPr>
                          </m:sSubPr>
                          <m:e>
                            <m:acc>
                              <m:accPr>
                                <m:chr m:val="̃"/>
                                <m:ctrlPr>
                                  <a:rPr lang="en-GB" i="1">
                                    <a:latin typeface="Cambria Math" panose="02040503050406030204" pitchFamily="18" charset="0"/>
                                    <a:ea typeface="Cambria Math" panose="02040503050406030204" pitchFamily="18" charset="0"/>
                                  </a:rPr>
                                </m:ctrlPr>
                              </m:accPr>
                              <m:e>
                                <m:r>
                                  <a:rPr lang="en-GB" i="1">
                                    <a:latin typeface="Cambria Math" panose="02040503050406030204" pitchFamily="18" charset="0"/>
                                    <a:ea typeface="Cambria Math" panose="02040503050406030204" pitchFamily="18" charset="0"/>
                                  </a:rPr>
                                  <m:t>𝜉</m:t>
                                </m:r>
                              </m:e>
                            </m:acc>
                          </m:e>
                          <m:sub>
                            <m:r>
                              <a:rPr lang="en-GB" b="0" i="1" smtClean="0">
                                <a:latin typeface="Cambria Math" panose="02040503050406030204" pitchFamily="18" charset="0"/>
                                <a:ea typeface="Cambria Math" panose="02040503050406030204" pitchFamily="18" charset="0"/>
                              </a:rPr>
                              <m:t>𝑔</m:t>
                            </m:r>
                          </m:sub>
                        </m:sSub>
                      </m:e>
                    </m:nary>
                  </m:oMath>
                </a14:m>
                <a:r>
                  <a:rPr lang="en-GB" dirty="0"/>
                  <a:t>, 			(6)</a:t>
                </a:r>
              </a:p>
              <a:p>
                <a:pPr marL="0" indent="0">
                  <a:buNone/>
                </a:pPr>
                <a:r>
                  <a:rPr lang="en-GB" dirty="0"/>
                  <a:t>where </a:t>
                </a:r>
                <a14:m>
                  <m:oMath xmlns:m="http://schemas.openxmlformats.org/officeDocument/2006/math">
                    <m:r>
                      <a:rPr lang="en-GB" b="0" i="1" smtClean="0">
                        <a:latin typeface="Cambria Math" panose="02040503050406030204" pitchFamily="18" charset="0"/>
                      </a:rPr>
                      <m:t>𝐺</m:t>
                    </m:r>
                  </m:oMath>
                </a14:m>
                <a:r>
                  <a:rPr lang="en-GB" dirty="0"/>
                  <a:t> is the number of nodes/vertices in the triangulation,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𝜓</m:t>
                        </m:r>
                      </m:e>
                      <m:sub>
                        <m:r>
                          <a:rPr lang="en-GB" i="1">
                            <a:latin typeface="Cambria Math" panose="02040503050406030204" pitchFamily="18" charset="0"/>
                          </a:rPr>
                          <m:t>𝑔</m:t>
                        </m:r>
                      </m:sub>
                    </m:sSub>
                    <m:d>
                      <m:dPr>
                        <m:ctrlPr>
                          <a:rPr lang="en-GB" b="1" i="1" smtClean="0">
                            <a:latin typeface="Cambria Math" panose="02040503050406030204" pitchFamily="18" charset="0"/>
                          </a:rPr>
                        </m:ctrlPr>
                      </m:dPr>
                      <m:e>
                        <m:r>
                          <a:rPr lang="en-GB" b="1" i="1" smtClean="0">
                            <a:latin typeface="Cambria Math" panose="02040503050406030204" pitchFamily="18" charset="0"/>
                          </a:rPr>
                          <m:t>.</m:t>
                        </m:r>
                      </m:e>
                    </m:d>
                  </m:oMath>
                </a14:m>
                <a:r>
                  <a:rPr lang="en-GB" dirty="0"/>
                  <a:t> denotes the piecewise linear basis functions and </a:t>
                </a:r>
                <a14:m>
                  <m:oMath xmlns:m="http://schemas.openxmlformats.org/officeDocument/2006/math">
                    <m:r>
                      <a:rPr lang="en-GB" b="0" i="1" smtClean="0">
                        <a:latin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acc>
                          <m:accPr>
                            <m:chr m:val="̃"/>
                            <m:ctrlPr>
                              <a:rPr lang="en-GB" i="1">
                                <a:latin typeface="Cambria Math" panose="02040503050406030204" pitchFamily="18" charset="0"/>
                                <a:ea typeface="Cambria Math" panose="02040503050406030204" pitchFamily="18" charset="0"/>
                              </a:rPr>
                            </m:ctrlPr>
                          </m:accPr>
                          <m:e>
                            <m:r>
                              <a:rPr lang="en-GB" i="1">
                                <a:latin typeface="Cambria Math" panose="02040503050406030204" pitchFamily="18" charset="0"/>
                                <a:ea typeface="Cambria Math" panose="02040503050406030204" pitchFamily="18" charset="0"/>
                              </a:rPr>
                              <m:t>𝜉</m:t>
                            </m:r>
                          </m:e>
                        </m:acc>
                      </m:e>
                      <m:sub>
                        <m:r>
                          <a:rPr lang="en-GB" i="1">
                            <a:latin typeface="Cambria Math" panose="02040503050406030204" pitchFamily="18" charset="0"/>
                            <a:ea typeface="Cambria Math" panose="02040503050406030204" pitchFamily="18" charset="0"/>
                          </a:rPr>
                          <m:t>1</m:t>
                        </m:r>
                      </m:sub>
                    </m:sSub>
                    <m:r>
                      <a:rPr lang="en-GB" i="1">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acc>
                          <m:accPr>
                            <m:chr m:val="̃"/>
                            <m:ctrlPr>
                              <a:rPr lang="en-GB" i="1">
                                <a:latin typeface="Cambria Math" panose="02040503050406030204" pitchFamily="18" charset="0"/>
                                <a:ea typeface="Cambria Math" panose="02040503050406030204" pitchFamily="18" charset="0"/>
                              </a:rPr>
                            </m:ctrlPr>
                          </m:accPr>
                          <m:e>
                            <m:r>
                              <a:rPr lang="en-GB" i="1">
                                <a:latin typeface="Cambria Math" panose="02040503050406030204" pitchFamily="18" charset="0"/>
                                <a:ea typeface="Cambria Math" panose="02040503050406030204" pitchFamily="18" charset="0"/>
                              </a:rPr>
                              <m:t>𝜉</m:t>
                            </m:r>
                          </m:e>
                        </m:acc>
                      </m:e>
                      <m:sub>
                        <m:r>
                          <a:rPr lang="en-GB" i="1">
                            <a:latin typeface="Cambria Math" panose="02040503050406030204" pitchFamily="18" charset="0"/>
                            <a:ea typeface="Cambria Math" panose="02040503050406030204" pitchFamily="18" charset="0"/>
                          </a:rPr>
                          <m:t>𝑔</m:t>
                        </m:r>
                      </m:sub>
                    </m:sSub>
                    <m:r>
                      <a:rPr lang="en-GB" b="0" i="1" smtClean="0">
                        <a:latin typeface="Cambria Math" panose="02040503050406030204" pitchFamily="18" charset="0"/>
                        <a:ea typeface="Cambria Math" panose="02040503050406030204" pitchFamily="18" charset="0"/>
                      </a:rPr>
                      <m:t>}</m:t>
                    </m:r>
                  </m:oMath>
                </a14:m>
                <a:r>
                  <a:rPr lang="en-GB" dirty="0"/>
                  <a:t> are zero-mean Gaussian distributed weights.</a:t>
                </a:r>
              </a:p>
              <a:p>
                <a:r>
                  <a:rPr lang="en-GB" dirty="0"/>
                  <a:t>Hence, the Gaussian weights follow the distribution </a:t>
                </a:r>
                <a14:m>
                  <m:oMath xmlns:m="http://schemas.openxmlformats.org/officeDocument/2006/math">
                    <m:acc>
                      <m:accPr>
                        <m:chr m:val="̃"/>
                        <m:ctrlPr>
                          <a:rPr lang="en-GB" b="1" i="1">
                            <a:latin typeface="Cambria Math" panose="02040503050406030204" pitchFamily="18" charset="0"/>
                            <a:ea typeface="Cambria Math" panose="02040503050406030204" pitchFamily="18" charset="0"/>
                          </a:rPr>
                        </m:ctrlPr>
                      </m:accPr>
                      <m:e>
                        <m:r>
                          <a:rPr lang="en-GB" b="1" i="1">
                            <a:latin typeface="Cambria Math" panose="02040503050406030204" pitchFamily="18" charset="0"/>
                            <a:ea typeface="Cambria Math" panose="02040503050406030204" pitchFamily="18" charset="0"/>
                          </a:rPr>
                          <m:t>𝝃</m:t>
                        </m:r>
                      </m:e>
                    </m:acc>
                    <m:r>
                      <a:rPr lang="en-GB" i="1">
                        <a:latin typeface="Cambria Math" panose="02040503050406030204" pitchFamily="18" charset="0"/>
                        <a:ea typeface="Cambria Math" panose="02040503050406030204" pitchFamily="18" charset="0"/>
                      </a:rPr>
                      <m:t> </m:t>
                    </m:r>
                    <m:r>
                      <a:rPr lang="en-GB" b="0" i="1" smtClean="0">
                        <a:latin typeface="Cambria Math" panose="02040503050406030204" pitchFamily="18" charset="0"/>
                        <a:ea typeface="Cambria Math" panose="02040503050406030204" pitchFamily="18" charset="0"/>
                      </a:rPr>
                      <m:t>=</m:t>
                    </m:r>
                    <m:d>
                      <m:dPr>
                        <m:begChr m:val="{"/>
                        <m:endChr m:val="}"/>
                        <m:ctrlPr>
                          <a:rPr lang="en-GB" i="1">
                            <a:latin typeface="Cambria Math" panose="02040503050406030204" pitchFamily="18" charset="0"/>
                            <a:ea typeface="Cambria Math" panose="02040503050406030204" pitchFamily="18" charset="0"/>
                          </a:rPr>
                        </m:ctrlPr>
                      </m:dPr>
                      <m:e>
                        <m:sSub>
                          <m:sSubPr>
                            <m:ctrlPr>
                              <a:rPr lang="en-GB" i="1">
                                <a:latin typeface="Cambria Math" panose="02040503050406030204" pitchFamily="18" charset="0"/>
                                <a:ea typeface="Cambria Math" panose="02040503050406030204" pitchFamily="18" charset="0"/>
                              </a:rPr>
                            </m:ctrlPr>
                          </m:sSubPr>
                          <m:e>
                            <m:acc>
                              <m:accPr>
                                <m:chr m:val="̃"/>
                                <m:ctrlPr>
                                  <a:rPr lang="en-GB" i="1">
                                    <a:latin typeface="Cambria Math" panose="02040503050406030204" pitchFamily="18" charset="0"/>
                                    <a:ea typeface="Cambria Math" panose="02040503050406030204" pitchFamily="18" charset="0"/>
                                  </a:rPr>
                                </m:ctrlPr>
                              </m:accPr>
                              <m:e>
                                <m:r>
                                  <a:rPr lang="en-GB" i="1">
                                    <a:latin typeface="Cambria Math" panose="02040503050406030204" pitchFamily="18" charset="0"/>
                                    <a:ea typeface="Cambria Math" panose="02040503050406030204" pitchFamily="18" charset="0"/>
                                  </a:rPr>
                                  <m:t>𝜉</m:t>
                                </m:r>
                              </m:e>
                            </m:acc>
                          </m:e>
                          <m:sub>
                            <m:r>
                              <a:rPr lang="en-GB" i="1">
                                <a:latin typeface="Cambria Math" panose="02040503050406030204" pitchFamily="18" charset="0"/>
                                <a:ea typeface="Cambria Math" panose="02040503050406030204" pitchFamily="18" charset="0"/>
                              </a:rPr>
                              <m:t>1</m:t>
                            </m:r>
                          </m:sub>
                        </m:sSub>
                        <m:r>
                          <a:rPr lang="en-GB" i="1">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acc>
                              <m:accPr>
                                <m:chr m:val="̃"/>
                                <m:ctrlPr>
                                  <a:rPr lang="en-GB" i="1">
                                    <a:latin typeface="Cambria Math" panose="02040503050406030204" pitchFamily="18" charset="0"/>
                                    <a:ea typeface="Cambria Math" panose="02040503050406030204" pitchFamily="18" charset="0"/>
                                  </a:rPr>
                                </m:ctrlPr>
                              </m:accPr>
                              <m:e>
                                <m:r>
                                  <a:rPr lang="en-GB" i="1">
                                    <a:latin typeface="Cambria Math" panose="02040503050406030204" pitchFamily="18" charset="0"/>
                                    <a:ea typeface="Cambria Math" panose="02040503050406030204" pitchFamily="18" charset="0"/>
                                  </a:rPr>
                                  <m:t>𝜉</m:t>
                                </m:r>
                              </m:e>
                            </m:acc>
                          </m:e>
                          <m:sub>
                            <m:r>
                              <a:rPr lang="en-GB" i="1">
                                <a:latin typeface="Cambria Math" panose="02040503050406030204" pitchFamily="18" charset="0"/>
                                <a:ea typeface="Cambria Math" panose="02040503050406030204" pitchFamily="18" charset="0"/>
                              </a:rPr>
                              <m:t>𝑔</m:t>
                            </m:r>
                          </m:sub>
                        </m:sSub>
                      </m:e>
                    </m:d>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𝑁</m:t>
                    </m:r>
                    <m:r>
                      <a:rPr lang="en-GB" b="0" i="1" smtClean="0">
                        <a:latin typeface="Cambria Math" panose="02040503050406030204" pitchFamily="18" charset="0"/>
                        <a:ea typeface="Cambria Math" panose="02040503050406030204" pitchFamily="18" charset="0"/>
                      </a:rPr>
                      <m:t>(</m:t>
                    </m:r>
                    <m:r>
                      <a:rPr lang="en-GB" b="1" i="1" smtClean="0">
                        <a:latin typeface="Cambria Math" panose="02040503050406030204" pitchFamily="18" charset="0"/>
                        <a:ea typeface="Cambria Math" panose="02040503050406030204" pitchFamily="18" charset="0"/>
                      </a:rPr>
                      <m:t>𝟎</m:t>
                    </m:r>
                    <m:r>
                      <a:rPr lang="en-GB" b="0" i="1" smtClean="0">
                        <a:latin typeface="Cambria Math" panose="02040503050406030204" pitchFamily="18" charset="0"/>
                        <a:ea typeface="Cambria Math" panose="02040503050406030204" pitchFamily="18" charset="0"/>
                      </a:rPr>
                      <m:t>, </m:t>
                    </m:r>
                    <m:sSup>
                      <m:sSupPr>
                        <m:ctrlPr>
                          <a:rPr lang="en-GB" b="1" i="1" smtClean="0">
                            <a:latin typeface="Cambria Math" panose="02040503050406030204" pitchFamily="18" charset="0"/>
                            <a:ea typeface="Cambria Math" panose="02040503050406030204" pitchFamily="18" charset="0"/>
                          </a:rPr>
                        </m:ctrlPr>
                      </m:sSupPr>
                      <m:e>
                        <m:r>
                          <a:rPr lang="en-GB" b="1" i="1" smtClean="0">
                            <a:latin typeface="Cambria Math" panose="02040503050406030204" pitchFamily="18" charset="0"/>
                            <a:ea typeface="Cambria Math" panose="02040503050406030204" pitchFamily="18" charset="0"/>
                          </a:rPr>
                          <m:t>𝑸</m:t>
                        </m:r>
                      </m:e>
                      <m:sup>
                        <m:r>
                          <a:rPr lang="en-GB" b="0" i="1" smtClean="0">
                            <a:latin typeface="Cambria Math" panose="02040503050406030204" pitchFamily="18" charset="0"/>
                            <a:ea typeface="Cambria Math" panose="02040503050406030204" pitchFamily="18" charset="0"/>
                          </a:rPr>
                          <m:t>−1</m:t>
                        </m:r>
                      </m:sup>
                    </m:sSup>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𝜏</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𝜅</m:t>
                    </m:r>
                    <m:r>
                      <a:rPr lang="en-GB" b="0" i="1" smtClean="0">
                        <a:latin typeface="Cambria Math" panose="02040503050406030204" pitchFamily="18" charset="0"/>
                        <a:ea typeface="Cambria Math" panose="02040503050406030204" pitchFamily="18" charset="0"/>
                      </a:rPr>
                      <m:t>))</m:t>
                    </m:r>
                  </m:oMath>
                </a14:m>
                <a:r>
                  <a:rPr lang="en-GB" dirty="0"/>
                  <a:t>, which approximates the solution of the SPDE in the mesh nodes</a:t>
                </a:r>
              </a:p>
              <a:p>
                <a:r>
                  <a:rPr lang="en-GB" dirty="0"/>
                  <a:t>The basis functions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𝜓</m:t>
                        </m:r>
                      </m:e>
                      <m:sub>
                        <m:r>
                          <a:rPr lang="en-GB" i="1">
                            <a:latin typeface="Cambria Math" panose="02040503050406030204" pitchFamily="18" charset="0"/>
                          </a:rPr>
                          <m:t>𝑔</m:t>
                        </m:r>
                      </m:sub>
                    </m:sSub>
                    <m:d>
                      <m:dPr>
                        <m:ctrlPr>
                          <a:rPr lang="en-GB" b="1" i="1">
                            <a:latin typeface="Cambria Math" panose="02040503050406030204" pitchFamily="18" charset="0"/>
                          </a:rPr>
                        </m:ctrlPr>
                      </m:dPr>
                      <m:e>
                        <m:r>
                          <a:rPr lang="en-GB" b="1" i="1">
                            <a:latin typeface="Cambria Math" panose="02040503050406030204" pitchFamily="18" charset="0"/>
                          </a:rPr>
                          <m:t>.</m:t>
                        </m:r>
                      </m:e>
                    </m:d>
                  </m:oMath>
                </a14:m>
                <a:r>
                  <a:rPr lang="en-GB" dirty="0"/>
                  <a:t> transform the approximation from the mesh nodes to other spatial locations of interest</a:t>
                </a:r>
              </a:p>
              <a:p>
                <a:pPr marL="0" indent="0">
                  <a:buNone/>
                </a:pPr>
                <a:endParaRPr lang="en-GB" dirty="0"/>
              </a:p>
              <a:p>
                <a:pPr marL="0" indent="0">
                  <a:buNone/>
                </a:pPr>
                <a:endParaRPr lang="en-GB" dirty="0"/>
              </a:p>
            </p:txBody>
          </p:sp>
        </mc:Choice>
        <mc:Fallback xmlns="">
          <p:sp>
            <p:nvSpPr>
              <p:cNvPr id="3" name="Content Placeholder 2">
                <a:extLst>
                  <a:ext uri="{FF2B5EF4-FFF2-40B4-BE49-F238E27FC236}">
                    <a16:creationId xmlns:a16="http://schemas.microsoft.com/office/drawing/2014/main" id="{D2B42D1A-1BA5-59EB-034F-DD3AFD881F11}"/>
                  </a:ext>
                </a:extLst>
              </p:cNvPr>
              <p:cNvSpPr>
                <a:spLocks noGrp="1" noRot="1" noChangeAspect="1" noMove="1" noResize="1" noEditPoints="1" noAdjustHandles="1" noChangeArrowheads="1" noChangeShapeType="1" noTextEdit="1"/>
              </p:cNvSpPr>
              <p:nvPr>
                <p:ph idx="1"/>
              </p:nvPr>
            </p:nvSpPr>
            <p:spPr>
              <a:xfrm>
                <a:off x="838200" y="1579819"/>
                <a:ext cx="10515600" cy="4351338"/>
              </a:xfrm>
              <a:blipFill>
                <a:blip r:embed="rId2"/>
                <a:stretch>
                  <a:fillRect l="-1043" t="-3501" r="-580"/>
                </a:stretch>
              </a:blipFill>
            </p:spPr>
            <p:txBody>
              <a:bodyPr/>
              <a:lstStyle/>
              <a:p>
                <a:r>
                  <a:rPr lang="en-GB">
                    <a:noFill/>
                  </a:rPr>
                  <a:t> </a:t>
                </a:r>
              </a:p>
            </p:txBody>
          </p:sp>
        </mc:Fallback>
      </mc:AlternateContent>
      <p:cxnSp>
        <p:nvCxnSpPr>
          <p:cNvPr id="6" name="Straight Arrow Connector 5">
            <a:extLst>
              <a:ext uri="{FF2B5EF4-FFF2-40B4-BE49-F238E27FC236}">
                <a16:creationId xmlns:a16="http://schemas.microsoft.com/office/drawing/2014/main" id="{65841A63-4C0B-0DDD-8FC7-62EF60CDEB5D}"/>
              </a:ext>
            </a:extLst>
          </p:cNvPr>
          <p:cNvCxnSpPr/>
          <p:nvPr/>
        </p:nvCxnSpPr>
        <p:spPr>
          <a:xfrm>
            <a:off x="4277032" y="5093110"/>
            <a:ext cx="658762" cy="108154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BCE27D5-E8BC-4A71-B957-E0ED9E03E9E0}"/>
                  </a:ext>
                </a:extLst>
              </p:cNvPr>
              <p:cNvSpPr txBox="1"/>
              <p:nvPr/>
            </p:nvSpPr>
            <p:spPr>
              <a:xfrm>
                <a:off x="2202426" y="6135329"/>
                <a:ext cx="8298426" cy="688009"/>
              </a:xfrm>
              <a:prstGeom prst="rect">
                <a:avLst/>
              </a:prstGeom>
              <a:noFill/>
            </p:spPr>
            <p:txBody>
              <a:bodyPr wrap="square" rtlCol="0">
                <a:spAutoFit/>
              </a:bodyPr>
              <a:lstStyle/>
              <a:p>
                <a:r>
                  <a:rPr lang="en-GB" dirty="0"/>
                  <a:t>Instead of estimating </a:t>
                </a:r>
                <a14:m>
                  <m:oMath xmlns:m="http://schemas.openxmlformats.org/officeDocument/2006/math">
                    <m:r>
                      <a:rPr lang="en-GB" i="1">
                        <a:latin typeface="Cambria Math" panose="02040503050406030204" pitchFamily="18" charset="0"/>
                        <a:ea typeface="Cambria Math" panose="02040503050406030204" pitchFamily="18" charset="0"/>
                      </a:rPr>
                      <m:t>𝜉</m:t>
                    </m:r>
                    <m:d>
                      <m:dPr>
                        <m:ctrlPr>
                          <a:rPr lang="en-GB" b="1" i="1">
                            <a:latin typeface="Cambria Math" panose="02040503050406030204" pitchFamily="18" charset="0"/>
                          </a:rPr>
                        </m:ctrlPr>
                      </m:dPr>
                      <m:e>
                        <m:r>
                          <a:rPr lang="en-GB" b="1" i="1">
                            <a:latin typeface="Cambria Math" panose="02040503050406030204" pitchFamily="18" charset="0"/>
                          </a:rPr>
                          <m:t>𝒔</m:t>
                        </m:r>
                      </m:e>
                    </m:d>
                  </m:oMath>
                </a14:m>
                <a:r>
                  <a:rPr lang="en-GB" dirty="0"/>
                  <a:t> at every location, we only estimate </a:t>
                </a:r>
                <a14:m>
                  <m:oMath xmlns:m="http://schemas.openxmlformats.org/officeDocument/2006/math">
                    <m:d>
                      <m:dPr>
                        <m:begChr m:val="{"/>
                        <m:endChr m:val="}"/>
                        <m:ctrlPr>
                          <a:rPr lang="en-GB" i="1">
                            <a:latin typeface="Cambria Math" panose="02040503050406030204" pitchFamily="18" charset="0"/>
                            <a:ea typeface="Cambria Math" panose="02040503050406030204" pitchFamily="18" charset="0"/>
                          </a:rPr>
                        </m:ctrlPr>
                      </m:dPr>
                      <m:e>
                        <m:sSub>
                          <m:sSubPr>
                            <m:ctrlPr>
                              <a:rPr lang="en-GB" i="1">
                                <a:latin typeface="Cambria Math" panose="02040503050406030204" pitchFamily="18" charset="0"/>
                                <a:ea typeface="Cambria Math" panose="02040503050406030204" pitchFamily="18" charset="0"/>
                              </a:rPr>
                            </m:ctrlPr>
                          </m:sSubPr>
                          <m:e>
                            <m:acc>
                              <m:accPr>
                                <m:chr m:val="̃"/>
                                <m:ctrlPr>
                                  <a:rPr lang="en-GB" i="1">
                                    <a:latin typeface="Cambria Math" panose="02040503050406030204" pitchFamily="18" charset="0"/>
                                    <a:ea typeface="Cambria Math" panose="02040503050406030204" pitchFamily="18" charset="0"/>
                                  </a:rPr>
                                </m:ctrlPr>
                              </m:accPr>
                              <m:e>
                                <m:r>
                                  <a:rPr lang="en-GB" i="1">
                                    <a:latin typeface="Cambria Math" panose="02040503050406030204" pitchFamily="18" charset="0"/>
                                    <a:ea typeface="Cambria Math" panose="02040503050406030204" pitchFamily="18" charset="0"/>
                                  </a:rPr>
                                  <m:t>𝜉</m:t>
                                </m:r>
                              </m:e>
                            </m:acc>
                          </m:e>
                          <m:sub>
                            <m:r>
                              <a:rPr lang="en-GB" i="1">
                                <a:latin typeface="Cambria Math" panose="02040503050406030204" pitchFamily="18" charset="0"/>
                                <a:ea typeface="Cambria Math" panose="02040503050406030204" pitchFamily="18" charset="0"/>
                              </a:rPr>
                              <m:t>1</m:t>
                            </m:r>
                          </m:sub>
                        </m:sSub>
                        <m:r>
                          <a:rPr lang="en-GB" i="1">
                            <a:latin typeface="Cambria Math" panose="02040503050406030204" pitchFamily="18" charset="0"/>
                            <a:ea typeface="Cambria Math" panose="02040503050406030204" pitchFamily="18" charset="0"/>
                          </a:rPr>
                          <m:t>,…,</m:t>
                        </m:r>
                        <m:sSub>
                          <m:sSubPr>
                            <m:ctrlPr>
                              <a:rPr lang="en-GB" i="1">
                                <a:latin typeface="Cambria Math" panose="02040503050406030204" pitchFamily="18" charset="0"/>
                                <a:ea typeface="Cambria Math" panose="02040503050406030204" pitchFamily="18" charset="0"/>
                              </a:rPr>
                            </m:ctrlPr>
                          </m:sSubPr>
                          <m:e>
                            <m:acc>
                              <m:accPr>
                                <m:chr m:val="̃"/>
                                <m:ctrlPr>
                                  <a:rPr lang="en-GB" i="1">
                                    <a:latin typeface="Cambria Math" panose="02040503050406030204" pitchFamily="18" charset="0"/>
                                    <a:ea typeface="Cambria Math" panose="02040503050406030204" pitchFamily="18" charset="0"/>
                                  </a:rPr>
                                </m:ctrlPr>
                              </m:accPr>
                              <m:e>
                                <m:r>
                                  <a:rPr lang="en-GB" i="1">
                                    <a:latin typeface="Cambria Math" panose="02040503050406030204" pitchFamily="18" charset="0"/>
                                    <a:ea typeface="Cambria Math" panose="02040503050406030204" pitchFamily="18" charset="0"/>
                                  </a:rPr>
                                  <m:t>𝜉</m:t>
                                </m:r>
                              </m:e>
                            </m:acc>
                          </m:e>
                          <m:sub>
                            <m:r>
                              <a:rPr lang="en-GB" i="1">
                                <a:latin typeface="Cambria Math" panose="02040503050406030204" pitchFamily="18" charset="0"/>
                                <a:ea typeface="Cambria Math" panose="02040503050406030204" pitchFamily="18" charset="0"/>
                              </a:rPr>
                              <m:t>𝑔</m:t>
                            </m:r>
                          </m:sub>
                        </m:sSub>
                      </m:e>
                    </m:d>
                  </m:oMath>
                </a14:m>
                <a:r>
                  <a:rPr lang="en-GB" dirty="0"/>
                  <a:t> and then use the basis functions the estimate the field at other locations </a:t>
                </a:r>
              </a:p>
            </p:txBody>
          </p:sp>
        </mc:Choice>
        <mc:Fallback xmlns="">
          <p:sp>
            <p:nvSpPr>
              <p:cNvPr id="7" name="TextBox 6">
                <a:extLst>
                  <a:ext uri="{FF2B5EF4-FFF2-40B4-BE49-F238E27FC236}">
                    <a16:creationId xmlns:a16="http://schemas.microsoft.com/office/drawing/2014/main" id="{0BCE27D5-E8BC-4A71-B957-E0ED9E03E9E0}"/>
                  </a:ext>
                </a:extLst>
              </p:cNvPr>
              <p:cNvSpPr txBox="1">
                <a:spLocks noRot="1" noChangeAspect="1" noMove="1" noResize="1" noEditPoints="1" noAdjustHandles="1" noChangeArrowheads="1" noChangeShapeType="1" noTextEdit="1"/>
              </p:cNvSpPr>
              <p:nvPr/>
            </p:nvSpPr>
            <p:spPr>
              <a:xfrm>
                <a:off x="2202426" y="6135329"/>
                <a:ext cx="8298426" cy="688009"/>
              </a:xfrm>
              <a:prstGeom prst="rect">
                <a:avLst/>
              </a:prstGeom>
              <a:blipFill>
                <a:blip r:embed="rId3"/>
                <a:stretch>
                  <a:fillRect l="-587" t="-885" b="-13274"/>
                </a:stretch>
              </a:blipFill>
            </p:spPr>
            <p:txBody>
              <a:bodyPr/>
              <a:lstStyle/>
              <a:p>
                <a:r>
                  <a:rPr lang="en-GB">
                    <a:noFill/>
                  </a:rPr>
                  <a:t> </a:t>
                </a:r>
              </a:p>
            </p:txBody>
          </p:sp>
        </mc:Fallback>
      </mc:AlternateContent>
      <p:sp>
        <p:nvSpPr>
          <p:cNvPr id="8" name="Title 1">
            <a:extLst>
              <a:ext uri="{FF2B5EF4-FFF2-40B4-BE49-F238E27FC236}">
                <a16:creationId xmlns:a16="http://schemas.microsoft.com/office/drawing/2014/main" id="{D15C5497-5B9D-EA80-3066-62177D838E84}"/>
              </a:ext>
            </a:extLst>
          </p:cNvPr>
          <p:cNvSpPr>
            <a:spLocks noGrp="1"/>
          </p:cNvSpPr>
          <p:nvPr>
            <p:ph type="title"/>
          </p:nvPr>
        </p:nvSpPr>
        <p:spPr>
          <a:xfrm>
            <a:off x="267929" y="0"/>
            <a:ext cx="10515600" cy="834410"/>
          </a:xfrm>
        </p:spPr>
        <p:txBody>
          <a:bodyPr>
            <a:normAutofit/>
          </a:bodyPr>
          <a:lstStyle/>
          <a:p>
            <a:r>
              <a:rPr lang="en-GB" sz="4000" b="1" dirty="0">
                <a:solidFill>
                  <a:schemeClr val="bg1"/>
                </a:solidFill>
                <a:latin typeface="+mn-lt"/>
              </a:rPr>
              <a:t>The INLA-SPDE approach</a:t>
            </a:r>
          </a:p>
        </p:txBody>
      </p:sp>
    </p:spTree>
    <p:extLst>
      <p:ext uri="{BB962C8B-B14F-4D97-AF65-F5344CB8AC3E}">
        <p14:creationId xmlns:p14="http://schemas.microsoft.com/office/powerpoint/2010/main" val="4046480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35997F1-86CE-FB31-49B8-53644D0FE355}"/>
                  </a:ext>
                </a:extLst>
              </p:cNvPr>
              <p:cNvSpPr>
                <a:spLocks noGrp="1"/>
              </p:cNvSpPr>
              <p:nvPr>
                <p:ph idx="1"/>
              </p:nvPr>
            </p:nvSpPr>
            <p:spPr/>
            <p:txBody>
              <a:bodyPr/>
              <a:lstStyle/>
              <a:p>
                <a:r>
                  <a:rPr lang="en-GB" dirty="0"/>
                  <a:t>It can be shown that the precision matrix </a:t>
                </a:r>
                <a14:m>
                  <m:oMath xmlns:m="http://schemas.openxmlformats.org/officeDocument/2006/math">
                    <m:r>
                      <a:rPr lang="en-GB" b="1" i="1">
                        <a:latin typeface="Cambria Math" panose="02040503050406030204" pitchFamily="18" charset="0"/>
                        <a:ea typeface="Cambria Math" panose="02040503050406030204" pitchFamily="18" charset="0"/>
                      </a:rPr>
                      <m:t>𝑸</m:t>
                    </m:r>
                  </m:oMath>
                </a14:m>
                <a:r>
                  <a:rPr lang="en-GB" dirty="0"/>
                  <a:t> is sparse, hence </a:t>
                </a:r>
                <a14:m>
                  <m:oMath xmlns:m="http://schemas.openxmlformats.org/officeDocument/2006/math">
                    <m:r>
                      <a:rPr lang="en-GB" b="1" i="1">
                        <a:latin typeface="Cambria Math" panose="02040503050406030204" pitchFamily="18" charset="0"/>
                        <a:ea typeface="Cambria Math" panose="02040503050406030204" pitchFamily="18" charset="0"/>
                      </a:rPr>
                      <m:t>𝝃</m:t>
                    </m:r>
                  </m:oMath>
                </a14:m>
                <a:r>
                  <a:rPr lang="en-GB" dirty="0"/>
                  <a:t> is a GMRF and it represents the approximated solution to the SPDE.</a:t>
                </a:r>
              </a:p>
              <a:p>
                <a:r>
                  <a:rPr lang="en-GB" dirty="0"/>
                  <a:t>The key computational chain can be represented as follows.</a:t>
                </a:r>
              </a:p>
              <a:p>
                <a:pPr marL="0" indent="0">
                  <a:buNone/>
                </a:pPr>
                <a:endParaRPr lang="en-GB" dirty="0"/>
              </a:p>
              <a:p>
                <a:pPr marL="0" indent="0">
                  <a:buNone/>
                </a:pPr>
                <a:r>
                  <a:rPr lang="en-GB" dirty="0"/>
                  <a:t> </a:t>
                </a:r>
              </a:p>
            </p:txBody>
          </p:sp>
        </mc:Choice>
        <mc:Fallback xmlns="">
          <p:sp>
            <p:nvSpPr>
              <p:cNvPr id="3" name="Content Placeholder 2">
                <a:extLst>
                  <a:ext uri="{FF2B5EF4-FFF2-40B4-BE49-F238E27FC236}">
                    <a16:creationId xmlns:a16="http://schemas.microsoft.com/office/drawing/2014/main" id="{035997F1-86CE-FB31-49B8-53644D0FE355}"/>
                  </a:ext>
                </a:extLst>
              </p:cNvPr>
              <p:cNvSpPr>
                <a:spLocks noGrp="1" noRot="1" noChangeAspect="1" noMove="1" noResize="1" noEditPoints="1" noAdjustHandles="1" noChangeArrowheads="1" noChangeShapeType="1" noTextEdit="1"/>
              </p:cNvSpPr>
              <p:nvPr>
                <p:ph idx="1"/>
              </p:nvPr>
            </p:nvSpPr>
            <p:spPr>
              <a:blipFill>
                <a:blip r:embed="rId2"/>
                <a:stretch>
                  <a:fillRect l="-1043" t="-2381" r="-116"/>
                </a:stretch>
              </a:blipFill>
            </p:spPr>
            <p:txBody>
              <a:bodyPr/>
              <a:lstStyle/>
              <a:p>
                <a:r>
                  <a:rPr lang="en-GB">
                    <a:noFill/>
                  </a:rPr>
                  <a:t> </a:t>
                </a:r>
              </a:p>
            </p:txBody>
          </p:sp>
        </mc:Fallback>
      </mc:AlternateContent>
      <p:sp>
        <p:nvSpPr>
          <p:cNvPr id="5" name="TextBox 4">
            <a:extLst>
              <a:ext uri="{FF2B5EF4-FFF2-40B4-BE49-F238E27FC236}">
                <a16:creationId xmlns:a16="http://schemas.microsoft.com/office/drawing/2014/main" id="{4B31E8BE-12BA-6AF7-59FA-58D94E900035}"/>
              </a:ext>
            </a:extLst>
          </p:cNvPr>
          <p:cNvSpPr txBox="1"/>
          <p:nvPr/>
        </p:nvSpPr>
        <p:spPr>
          <a:xfrm>
            <a:off x="1288025" y="3717456"/>
            <a:ext cx="9144001" cy="707886"/>
          </a:xfrm>
          <a:prstGeom prst="rect">
            <a:avLst/>
          </a:prstGeom>
          <a:noFill/>
          <a:ln w="15875">
            <a:solidFill>
              <a:schemeClr val="accent1"/>
            </a:solidFill>
          </a:ln>
        </p:spPr>
        <p:txBody>
          <a:bodyPr wrap="square" rtlCol="0">
            <a:spAutoFit/>
          </a:bodyPr>
          <a:lstStyle/>
          <a:p>
            <a:r>
              <a:rPr lang="en-GB" sz="2000" dirty="0"/>
              <a:t>Continuous spatial field → triangulated mesh → piecewise linear basis functions → </a:t>
            </a:r>
          </a:p>
          <a:p>
            <a:r>
              <a:rPr lang="en-GB" sz="2000" dirty="0"/>
              <a:t>finite set of weights  → sparse precision matrix</a:t>
            </a:r>
          </a:p>
        </p:txBody>
      </p:sp>
      <p:sp>
        <p:nvSpPr>
          <p:cNvPr id="7" name="Title 1">
            <a:extLst>
              <a:ext uri="{FF2B5EF4-FFF2-40B4-BE49-F238E27FC236}">
                <a16:creationId xmlns:a16="http://schemas.microsoft.com/office/drawing/2014/main" id="{73322965-643C-1CD3-0777-2258F561E84F}"/>
              </a:ext>
            </a:extLst>
          </p:cNvPr>
          <p:cNvSpPr>
            <a:spLocks noGrp="1"/>
          </p:cNvSpPr>
          <p:nvPr>
            <p:ph type="title"/>
          </p:nvPr>
        </p:nvSpPr>
        <p:spPr>
          <a:xfrm>
            <a:off x="267929" y="0"/>
            <a:ext cx="10515600" cy="834410"/>
          </a:xfrm>
        </p:spPr>
        <p:txBody>
          <a:bodyPr>
            <a:normAutofit/>
          </a:bodyPr>
          <a:lstStyle/>
          <a:p>
            <a:r>
              <a:rPr lang="en-GB" sz="4000" b="1" dirty="0">
                <a:solidFill>
                  <a:schemeClr val="bg1"/>
                </a:solidFill>
                <a:latin typeface="+mn-lt"/>
              </a:rPr>
              <a:t>The INLA-SPDE approach</a:t>
            </a:r>
          </a:p>
        </p:txBody>
      </p:sp>
    </p:spTree>
    <p:extLst>
      <p:ext uri="{BB962C8B-B14F-4D97-AF65-F5344CB8AC3E}">
        <p14:creationId xmlns:p14="http://schemas.microsoft.com/office/powerpoint/2010/main" val="25070046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CFCA7-193B-CC12-A426-07502FE80A52}"/>
              </a:ext>
            </a:extLst>
          </p:cNvPr>
          <p:cNvSpPr>
            <a:spLocks noGrp="1"/>
          </p:cNvSpPr>
          <p:nvPr>
            <p:ph type="title"/>
          </p:nvPr>
        </p:nvSpPr>
        <p:spPr>
          <a:xfrm>
            <a:off x="265471" y="70158"/>
            <a:ext cx="11019503" cy="667262"/>
          </a:xfrm>
        </p:spPr>
        <p:txBody>
          <a:bodyPr>
            <a:normAutofit/>
          </a:bodyPr>
          <a:lstStyle/>
          <a:p>
            <a:r>
              <a:rPr lang="en-GB" sz="4000" b="1" dirty="0">
                <a:solidFill>
                  <a:schemeClr val="bg1"/>
                </a:solidFill>
                <a:latin typeface="+mn-lt"/>
              </a:rPr>
              <a:t>Choosing prior distributions for the parameters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FFB6D8B-4C55-358C-9A75-160F6909CB1D}"/>
                  </a:ext>
                </a:extLst>
              </p:cNvPr>
              <p:cNvSpPr>
                <a:spLocks noGrp="1"/>
              </p:cNvSpPr>
              <p:nvPr>
                <p:ph idx="1"/>
              </p:nvPr>
            </p:nvSpPr>
            <p:spPr>
              <a:xfrm>
                <a:off x="838200" y="1826547"/>
                <a:ext cx="10515600" cy="3517900"/>
              </a:xfrm>
            </p:spPr>
            <p:txBody>
              <a:bodyPr/>
              <a:lstStyle/>
              <a:p>
                <a14:m>
                  <m:oMath xmlns:m="http://schemas.openxmlformats.org/officeDocument/2006/math">
                    <m:r>
                      <a:rPr lang="en-GB" b="1" i="1" smtClean="0">
                        <a:latin typeface="Cambria Math" panose="02040503050406030204" pitchFamily="18" charset="0"/>
                      </a:rPr>
                      <m:t>𝜷</m:t>
                    </m:r>
                    <m:r>
                      <a:rPr lang="en-GB" b="1" i="1" smtClean="0">
                        <a:latin typeface="Cambria Math" panose="02040503050406030204" pitchFamily="18" charset="0"/>
                      </a:rPr>
                      <m:t>: </m:t>
                    </m:r>
                    <m:r>
                      <a:rPr lang="en-GB" b="1" i="1">
                        <a:latin typeface="Cambria Math" panose="02040503050406030204" pitchFamily="18" charset="0"/>
                      </a:rPr>
                      <m:t>𝜷</m:t>
                    </m:r>
                    <m:r>
                      <a:rPr lang="en-GB" i="1">
                        <a:latin typeface="Cambria Math" panose="02040503050406030204" pitchFamily="18" charset="0"/>
                      </a:rPr>
                      <m:t>∼</m:t>
                    </m:r>
                    <m:r>
                      <a:rPr lang="en-GB" i="1">
                        <a:latin typeface="Cambria Math" panose="02040503050406030204" pitchFamily="18" charset="0"/>
                      </a:rPr>
                      <m:t>𝑁</m:t>
                    </m:r>
                    <m:d>
                      <m:dPr>
                        <m:ctrlPr>
                          <a:rPr lang="en-GB" b="1" i="1">
                            <a:latin typeface="Cambria Math" panose="02040503050406030204" pitchFamily="18" charset="0"/>
                          </a:rPr>
                        </m:ctrlPr>
                      </m:dPr>
                      <m:e>
                        <m:sSup>
                          <m:sSupPr>
                            <m:ctrlPr>
                              <a:rPr lang="en-GB" b="1" i="1">
                                <a:latin typeface="Cambria Math" panose="02040503050406030204" pitchFamily="18" charset="0"/>
                              </a:rPr>
                            </m:ctrlPr>
                          </m:sSupPr>
                          <m:e>
                            <m:r>
                              <a:rPr lang="en-GB" b="1" i="1">
                                <a:latin typeface="Cambria Math" panose="02040503050406030204" pitchFamily="18" charset="0"/>
                              </a:rPr>
                              <m:t>𝟎</m:t>
                            </m:r>
                            <m:r>
                              <a:rPr lang="en-GB" i="1">
                                <a:latin typeface="Cambria Math" panose="02040503050406030204" pitchFamily="18" charset="0"/>
                              </a:rPr>
                              <m:t>,10</m:t>
                            </m:r>
                          </m:e>
                          <m:sup>
                            <m:r>
                              <a:rPr lang="en-GB" i="1">
                                <a:latin typeface="Cambria Math" panose="02040503050406030204" pitchFamily="18" charset="0"/>
                              </a:rPr>
                              <m:t>−3</m:t>
                            </m:r>
                          </m:sup>
                        </m:sSup>
                        <m:r>
                          <a:rPr lang="en-GB" b="1" i="1">
                            <a:latin typeface="Cambria Math" panose="02040503050406030204" pitchFamily="18" charset="0"/>
                          </a:rPr>
                          <m:t>𝑰</m:t>
                        </m:r>
                      </m:e>
                    </m:d>
                  </m:oMath>
                </a14:m>
                <a:endParaRPr lang="en-GB" dirty="0"/>
              </a:p>
              <a:p>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𝜏</m:t>
                        </m:r>
                      </m:e>
                      <m:sup>
                        <m:r>
                          <a:rPr lang="en-GB" b="0" i="1" smtClean="0">
                            <a:latin typeface="Cambria Math" panose="02040503050406030204" pitchFamily="18" charset="0"/>
                          </a:rPr>
                          <m:t>2</m:t>
                        </m:r>
                      </m:sup>
                    </m:sSup>
                    <m:r>
                      <a:rPr lang="en-GB" b="0" i="1" smtClean="0">
                        <a:latin typeface="Cambria Math" panose="02040503050406030204" pitchFamily="18" charset="0"/>
                      </a:rPr>
                      <m:t>:</m:t>
                    </m:r>
                    <m:r>
                      <a:rPr lang="en-GB" b="0" i="1" smtClean="0">
                        <a:latin typeface="Cambria Math" panose="02040503050406030204" pitchFamily="18" charset="0"/>
                      </a:rPr>
                      <m:t>𝑝</m:t>
                    </m:r>
                    <m:r>
                      <a:rPr lang="en-GB" b="0" i="1" smtClean="0">
                        <a:latin typeface="Cambria Math" panose="02040503050406030204" pitchFamily="18" charset="0"/>
                      </a:rPr>
                      <m:t>(</m:t>
                    </m:r>
                    <m:r>
                      <a:rPr lang="en-GB" b="0" i="1" smtClean="0">
                        <a:latin typeface="Cambria Math" panose="02040503050406030204" pitchFamily="18" charset="0"/>
                      </a:rPr>
                      <m:t>𝜏</m:t>
                    </m:r>
                    <m:r>
                      <a:rPr lang="en-GB" b="0" i="1" smtClean="0">
                        <a:latin typeface="Cambria Math" panose="02040503050406030204" pitchFamily="18" charset="0"/>
                      </a:rPr>
                      <m:t>&gt;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𝑎</m:t>
                        </m:r>
                      </m:e>
                      <m:sub>
                        <m:r>
                          <a:rPr lang="en-GB" b="0" i="1" smtClean="0">
                            <a:latin typeface="Cambria Math" panose="02040503050406030204" pitchFamily="18" charset="0"/>
                          </a:rPr>
                          <m:t>𝜏</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𝜏</m:t>
                        </m:r>
                      </m:sub>
                    </m:sSub>
                    <m:r>
                      <a:rPr lang="en-GB" b="0" i="1" smtClean="0">
                        <a:latin typeface="Cambria Math" panose="02040503050406030204" pitchFamily="18" charset="0"/>
                      </a:rPr>
                      <m:t>)</m:t>
                    </m:r>
                  </m:oMath>
                </a14:m>
                <a:r>
                  <a:rPr lang="en-GB" dirty="0"/>
                  <a:t> (e.g.,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𝑎</m:t>
                        </m:r>
                      </m:e>
                      <m:sub>
                        <m:r>
                          <a:rPr lang="en-GB" i="1">
                            <a:latin typeface="Cambria Math" panose="02040503050406030204" pitchFamily="18" charset="0"/>
                          </a:rPr>
                          <m:t>𝜏</m:t>
                        </m:r>
                      </m:sub>
                    </m:sSub>
                    <m:r>
                      <a:rPr lang="en-GB" i="1">
                        <a:latin typeface="Cambria Math" panose="02040503050406030204" pitchFamily="18" charset="0"/>
                      </a:rPr>
                      <m:t> </m:t>
                    </m:r>
                    <m:r>
                      <a:rPr lang="en-GB" b="0" i="1" smtClean="0">
                        <a:latin typeface="Cambria Math" panose="02040503050406030204" pitchFamily="18" charset="0"/>
                      </a:rPr>
                      <m:t>=3,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𝜏</m:t>
                        </m:r>
                      </m:sub>
                    </m:sSub>
                    <m:r>
                      <a:rPr lang="en-GB" b="0" i="1" smtClean="0">
                        <a:latin typeface="Cambria Math" panose="02040503050406030204" pitchFamily="18" charset="0"/>
                      </a:rPr>
                      <m:t>=0.01</m:t>
                    </m:r>
                  </m:oMath>
                </a14:m>
                <a:r>
                  <a:rPr lang="en-GB" dirty="0"/>
                  <a:t>)</a:t>
                </a:r>
              </a:p>
              <a:p>
                <a14:m>
                  <m:oMath xmlns:m="http://schemas.openxmlformats.org/officeDocument/2006/math">
                    <m:r>
                      <a:rPr lang="en-GB" b="0" i="1" smtClean="0">
                        <a:latin typeface="Cambria Math" panose="02040503050406030204" pitchFamily="18" charset="0"/>
                      </a:rPr>
                      <m:t>𝑟</m:t>
                    </m:r>
                    <m:r>
                      <a:rPr lang="en-GB" b="0" i="1" smtClean="0">
                        <a:latin typeface="Cambria Math" panose="02040503050406030204" pitchFamily="18" charset="0"/>
                      </a:rPr>
                      <m:t>:</m:t>
                    </m:r>
                    <m:r>
                      <a:rPr lang="en-GB" b="0" i="1" smtClean="0">
                        <a:latin typeface="Cambria Math" panose="02040503050406030204" pitchFamily="18" charset="0"/>
                      </a:rPr>
                      <m:t>𝑝</m:t>
                    </m:r>
                    <m:d>
                      <m:dPr>
                        <m:ctrlPr>
                          <a:rPr lang="en-GB" b="0" i="1" smtClean="0">
                            <a:latin typeface="Cambria Math" panose="02040503050406030204" pitchFamily="18" charset="0"/>
                          </a:rPr>
                        </m:ctrlPr>
                      </m:dPr>
                      <m:e>
                        <m:r>
                          <a:rPr lang="en-GB" b="0" i="1" smtClean="0">
                            <a:latin typeface="Cambria Math" panose="02040503050406030204" pitchFamily="18" charset="0"/>
                          </a:rPr>
                          <m:t>𝑟</m:t>
                        </m:r>
                        <m:r>
                          <a:rPr lang="en-GB" b="0" i="1" smtClean="0">
                            <a:latin typeface="Cambria Math" panose="02040503050406030204" pitchFamily="18" charset="0"/>
                          </a:rPr>
                          <m:t>&lt;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𝑟</m:t>
                            </m:r>
                          </m:e>
                          <m:sub>
                            <m:r>
                              <a:rPr lang="en-GB" b="0" i="1" smtClean="0">
                                <a:latin typeface="Cambria Math" panose="02040503050406030204" pitchFamily="18" charset="0"/>
                              </a:rPr>
                              <m:t>0</m:t>
                            </m:r>
                          </m:sub>
                        </m:sSub>
                      </m:e>
                    </m:d>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𝑟</m:t>
                        </m:r>
                      </m:sub>
                    </m:sSub>
                  </m:oMath>
                </a14:m>
                <a:r>
                  <a:rPr lang="en-GB" dirty="0"/>
                  <a:t> (e.g.,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𝑟</m:t>
                        </m:r>
                      </m:e>
                      <m:sub>
                        <m:r>
                          <a:rPr lang="en-GB" i="1">
                            <a:latin typeface="Cambria Math" panose="02040503050406030204" pitchFamily="18" charset="0"/>
                          </a:rPr>
                          <m:t>0</m:t>
                        </m:r>
                      </m:sub>
                    </m:sSub>
                  </m:oMath>
                </a14:m>
                <a:r>
                  <a:rPr lang="en-GB" dirty="0"/>
                  <a:t> can be chosen to be 5% of the extent of the spatial domain in either the north-south or east-west direction </a:t>
                </a:r>
                <a:r>
                  <a:rPr lang="en-GB" dirty="0" err="1"/>
                  <a:t>direction</a:t>
                </a:r>
                <a:r>
                  <a:rPr lang="en-GB" dirty="0"/>
                  <a:t> (whichever is longer);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𝑏</m:t>
                        </m:r>
                      </m:e>
                      <m:sub>
                        <m:r>
                          <a:rPr lang="en-GB" i="1">
                            <a:latin typeface="Cambria Math" panose="02040503050406030204" pitchFamily="18" charset="0"/>
                          </a:rPr>
                          <m:t>𝑟</m:t>
                        </m:r>
                      </m:sub>
                    </m:sSub>
                    <m:r>
                      <a:rPr lang="en-GB" b="0" i="1" smtClean="0">
                        <a:latin typeface="Cambria Math" panose="02040503050406030204" pitchFamily="18" charset="0"/>
                      </a:rPr>
                      <m:t>=0.01</m:t>
                    </m:r>
                  </m:oMath>
                </a14:m>
                <a:r>
                  <a:rPr lang="en-GB" dirty="0"/>
                  <a:t>) </a:t>
                </a:r>
              </a:p>
              <a:p>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𝜎</m:t>
                        </m:r>
                      </m:e>
                      <m:sup>
                        <m:r>
                          <a:rPr lang="en-GB" b="0" i="1" smtClean="0">
                            <a:latin typeface="Cambria Math" panose="02040503050406030204" pitchFamily="18" charset="0"/>
                          </a:rPr>
                          <m:t>2</m:t>
                        </m:r>
                      </m:sup>
                    </m:sSup>
                    <m:r>
                      <a:rPr lang="en-GB" b="0" i="1" smtClean="0">
                        <a:latin typeface="Cambria Math" panose="02040503050406030204" pitchFamily="18" charset="0"/>
                      </a:rPr>
                      <m:t>:</m:t>
                    </m:r>
                    <m:r>
                      <a:rPr lang="en-GB" b="0" i="1" smtClean="0">
                        <a:latin typeface="Cambria Math" panose="02040503050406030204" pitchFamily="18" charset="0"/>
                      </a:rPr>
                      <m:t>𝑝</m:t>
                    </m:r>
                    <m:d>
                      <m:dPr>
                        <m:ctrlPr>
                          <a:rPr lang="en-GB" b="0" i="1" smtClean="0">
                            <a:latin typeface="Cambria Math" panose="02040503050406030204" pitchFamily="18" charset="0"/>
                          </a:rPr>
                        </m:ctrlPr>
                      </m:dPr>
                      <m:e>
                        <m:r>
                          <a:rPr lang="en-GB" b="0" i="1" smtClean="0">
                            <a:latin typeface="Cambria Math" panose="02040503050406030204" pitchFamily="18" charset="0"/>
                          </a:rPr>
                          <m:t>𝜎</m:t>
                        </m:r>
                        <m:r>
                          <a:rPr lang="en-GB" b="0" i="1" smtClean="0">
                            <a:latin typeface="Cambria Math" panose="02040503050406030204" pitchFamily="18" charset="0"/>
                          </a:rPr>
                          <m:t>&gt;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𝑎</m:t>
                            </m:r>
                          </m:e>
                          <m:sub>
                            <m:r>
                              <a:rPr lang="en-GB" b="0" i="1" smtClean="0">
                                <a:latin typeface="Cambria Math" panose="02040503050406030204" pitchFamily="18" charset="0"/>
                              </a:rPr>
                              <m:t>𝜎</m:t>
                            </m:r>
                          </m:sub>
                        </m:sSub>
                      </m:e>
                    </m:d>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𝜎</m:t>
                        </m:r>
                      </m:sub>
                    </m:sSub>
                  </m:oMath>
                </a14:m>
                <a:r>
                  <a:rPr lang="en-GB" dirty="0"/>
                  <a:t> (e.g.,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𝑎</m:t>
                        </m:r>
                      </m:e>
                      <m:sub>
                        <m:r>
                          <a:rPr lang="en-GB" b="0" i="1" smtClean="0">
                            <a:latin typeface="Cambria Math" panose="02040503050406030204" pitchFamily="18" charset="0"/>
                          </a:rPr>
                          <m:t>𝜎</m:t>
                        </m:r>
                      </m:sub>
                    </m:sSub>
                    <m:r>
                      <a:rPr lang="en-GB" i="1">
                        <a:latin typeface="Cambria Math" panose="02040503050406030204" pitchFamily="18" charset="0"/>
                      </a:rPr>
                      <m:t> =1, </m:t>
                    </m:r>
                    <m:sSub>
                      <m:sSubPr>
                        <m:ctrlPr>
                          <a:rPr lang="en-GB" i="1">
                            <a:latin typeface="Cambria Math" panose="02040503050406030204" pitchFamily="18" charset="0"/>
                          </a:rPr>
                        </m:ctrlPr>
                      </m:sSubPr>
                      <m:e>
                        <m:r>
                          <a:rPr lang="en-GB" i="1">
                            <a:latin typeface="Cambria Math" panose="02040503050406030204" pitchFamily="18" charset="0"/>
                          </a:rPr>
                          <m:t>𝑏</m:t>
                        </m:r>
                      </m:e>
                      <m:sub>
                        <m:r>
                          <a:rPr lang="en-GB" b="0" i="1" smtClean="0">
                            <a:latin typeface="Cambria Math" panose="02040503050406030204" pitchFamily="18" charset="0"/>
                          </a:rPr>
                          <m:t>𝜎</m:t>
                        </m:r>
                      </m:sub>
                    </m:sSub>
                    <m:r>
                      <a:rPr lang="en-GB" i="1">
                        <a:latin typeface="Cambria Math" panose="02040503050406030204" pitchFamily="18" charset="0"/>
                      </a:rPr>
                      <m:t>=0.01</m:t>
                    </m:r>
                  </m:oMath>
                </a14:m>
                <a:r>
                  <a:rPr lang="en-GB" dirty="0"/>
                  <a:t>)</a:t>
                </a:r>
              </a:p>
            </p:txBody>
          </p:sp>
        </mc:Choice>
        <mc:Fallback xmlns="">
          <p:sp>
            <p:nvSpPr>
              <p:cNvPr id="3" name="Content Placeholder 2">
                <a:extLst>
                  <a:ext uri="{FF2B5EF4-FFF2-40B4-BE49-F238E27FC236}">
                    <a16:creationId xmlns:a16="http://schemas.microsoft.com/office/drawing/2014/main" id="{BFFB6D8B-4C55-358C-9A75-160F6909CB1D}"/>
                  </a:ext>
                </a:extLst>
              </p:cNvPr>
              <p:cNvSpPr>
                <a:spLocks noGrp="1" noRot="1" noChangeAspect="1" noMove="1" noResize="1" noEditPoints="1" noAdjustHandles="1" noChangeArrowheads="1" noChangeShapeType="1" noTextEdit="1"/>
              </p:cNvSpPr>
              <p:nvPr>
                <p:ph idx="1"/>
              </p:nvPr>
            </p:nvSpPr>
            <p:spPr>
              <a:xfrm>
                <a:off x="838200" y="1826547"/>
                <a:ext cx="10515600" cy="3517900"/>
              </a:xfrm>
              <a:blipFill>
                <a:blip r:embed="rId2"/>
                <a:stretch>
                  <a:fillRect r="-1159"/>
                </a:stretch>
              </a:blipFill>
            </p:spPr>
            <p:txBody>
              <a:bodyPr/>
              <a:lstStyle/>
              <a:p>
                <a:r>
                  <a:rPr lang="en-GB">
                    <a:noFill/>
                  </a:rPr>
                  <a:t> </a:t>
                </a:r>
              </a:p>
            </p:txBody>
          </p:sp>
        </mc:Fallback>
      </mc:AlternateContent>
    </p:spTree>
    <p:extLst>
      <p:ext uri="{BB962C8B-B14F-4D97-AF65-F5344CB8AC3E}">
        <p14:creationId xmlns:p14="http://schemas.microsoft.com/office/powerpoint/2010/main" val="13294736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C99583-6AEA-3F62-A984-FAE4A297A869}"/>
              </a:ext>
            </a:extLst>
          </p:cNvPr>
          <p:cNvSpPr>
            <a:spLocks noGrp="1"/>
          </p:cNvSpPr>
          <p:nvPr>
            <p:ph idx="1"/>
          </p:nvPr>
        </p:nvSpPr>
        <p:spPr>
          <a:xfrm>
            <a:off x="838200" y="1513708"/>
            <a:ext cx="10515600" cy="4351338"/>
          </a:xfrm>
        </p:spPr>
        <p:txBody>
          <a:bodyPr>
            <a:normAutofit fontScale="77500" lnSpcReduction="20000"/>
          </a:bodyPr>
          <a:lstStyle/>
          <a:p>
            <a:r>
              <a:rPr lang="en-GB" dirty="0"/>
              <a:t>In R-INLA, this is done using the function:</a:t>
            </a:r>
          </a:p>
          <a:p>
            <a:pPr marL="0" indent="0">
              <a:buNone/>
            </a:pPr>
            <a:endParaRPr lang="en-GB" dirty="0"/>
          </a:p>
          <a:p>
            <a:pPr marL="0" indent="0" algn="ctr">
              <a:lnSpc>
                <a:spcPct val="100000"/>
              </a:lnSpc>
              <a:buNone/>
            </a:pPr>
            <a:r>
              <a:rPr lang="en-GB" dirty="0"/>
              <a:t>    </a:t>
            </a:r>
            <a:r>
              <a:rPr lang="en-GB" sz="2400" dirty="0"/>
              <a:t>inla.mesh.2d(loc = NULL, </a:t>
            </a:r>
            <a:r>
              <a:rPr lang="en-GB" sz="2400" dirty="0" err="1"/>
              <a:t>loc.domain</a:t>
            </a:r>
            <a:r>
              <a:rPr lang="en-GB" sz="2400" dirty="0"/>
              <a:t> = NULL, offset = NULL,</a:t>
            </a:r>
          </a:p>
          <a:p>
            <a:pPr marL="0" indent="0" algn="ctr">
              <a:lnSpc>
                <a:spcPct val="100000"/>
              </a:lnSpc>
              <a:buNone/>
            </a:pPr>
            <a:r>
              <a:rPr lang="en-GB" sz="2400" dirty="0"/>
              <a:t>                              </a:t>
            </a:r>
            <a:r>
              <a:rPr lang="en-GB" sz="2400" dirty="0" err="1"/>
              <a:t>max.edge</a:t>
            </a:r>
            <a:r>
              <a:rPr lang="en-GB" sz="2400" dirty="0"/>
              <a:t> = NULL, cutoff = 1e-12,….)</a:t>
            </a:r>
          </a:p>
          <a:p>
            <a:pPr marL="0" indent="0">
              <a:lnSpc>
                <a:spcPct val="100000"/>
              </a:lnSpc>
              <a:buNone/>
            </a:pPr>
            <a:r>
              <a:rPr lang="en-GB" dirty="0"/>
              <a:t>	</a:t>
            </a:r>
          </a:p>
          <a:p>
            <a:pPr>
              <a:lnSpc>
                <a:spcPct val="100000"/>
              </a:lnSpc>
            </a:pPr>
            <a:r>
              <a:rPr lang="en-GB" dirty="0"/>
              <a:t>loc: data locations  to be used as initial triangulation nodes</a:t>
            </a:r>
          </a:p>
          <a:p>
            <a:pPr>
              <a:lnSpc>
                <a:spcPct val="100000"/>
              </a:lnSpc>
            </a:pPr>
            <a:r>
              <a:rPr lang="en-GB" dirty="0" err="1"/>
              <a:t>loc.domain</a:t>
            </a:r>
            <a:r>
              <a:rPr lang="en-GB" dirty="0"/>
              <a:t>: boundary points used to determine the domain extent</a:t>
            </a:r>
          </a:p>
          <a:p>
            <a:pPr>
              <a:lnSpc>
                <a:spcPct val="100000"/>
              </a:lnSpc>
            </a:pPr>
            <a:r>
              <a:rPr lang="en-GB" dirty="0"/>
              <a:t>offset: automatic extension distance - one or two values for an inner and an optional outer extension</a:t>
            </a:r>
          </a:p>
          <a:p>
            <a:pPr>
              <a:lnSpc>
                <a:spcPct val="100000"/>
              </a:lnSpc>
            </a:pPr>
            <a:r>
              <a:rPr lang="en-GB" dirty="0" err="1"/>
              <a:t>max.edge</a:t>
            </a:r>
            <a:r>
              <a:rPr lang="en-GB" dirty="0"/>
              <a:t>: the largest allowed triangle edge length - one or two values.</a:t>
            </a:r>
          </a:p>
          <a:p>
            <a:pPr>
              <a:lnSpc>
                <a:spcPct val="100000"/>
              </a:lnSpc>
            </a:pPr>
            <a:r>
              <a:rPr lang="en-GB" dirty="0"/>
              <a:t>cutoff: the minimum allowed distance between points. Points at most as far apart as this are replaced by a single vertex prior to the mesh refinement step.</a:t>
            </a:r>
          </a:p>
          <a:p>
            <a:endParaRPr lang="en-GB" dirty="0"/>
          </a:p>
        </p:txBody>
      </p:sp>
      <p:sp>
        <p:nvSpPr>
          <p:cNvPr id="4" name="Title 1">
            <a:extLst>
              <a:ext uri="{FF2B5EF4-FFF2-40B4-BE49-F238E27FC236}">
                <a16:creationId xmlns:a16="http://schemas.microsoft.com/office/drawing/2014/main" id="{B5D36D2B-68C6-D8E0-58B2-553451644D66}"/>
              </a:ext>
            </a:extLst>
          </p:cNvPr>
          <p:cNvSpPr>
            <a:spLocks noGrp="1"/>
          </p:cNvSpPr>
          <p:nvPr>
            <p:ph type="title"/>
          </p:nvPr>
        </p:nvSpPr>
        <p:spPr>
          <a:xfrm>
            <a:off x="277760" y="79990"/>
            <a:ext cx="11076039" cy="627933"/>
          </a:xfrm>
        </p:spPr>
        <p:txBody>
          <a:bodyPr>
            <a:normAutofit fontScale="90000"/>
          </a:bodyPr>
          <a:lstStyle/>
          <a:p>
            <a:r>
              <a:rPr lang="en-GB" b="1" dirty="0">
                <a:solidFill>
                  <a:schemeClr val="bg1"/>
                </a:solidFill>
                <a:latin typeface="+mn-lt"/>
              </a:rPr>
              <a:t>The INLA-SPDE approach: mesh construction</a:t>
            </a:r>
          </a:p>
        </p:txBody>
      </p:sp>
    </p:spTree>
    <p:extLst>
      <p:ext uri="{BB962C8B-B14F-4D97-AF65-F5344CB8AC3E}">
        <p14:creationId xmlns:p14="http://schemas.microsoft.com/office/powerpoint/2010/main" val="9682152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81597CA-0A67-33EA-4A75-49D501D0985A}"/>
                  </a:ext>
                </a:extLst>
              </p:cNvPr>
              <p:cNvSpPr>
                <a:spLocks noGrp="1"/>
              </p:cNvSpPr>
              <p:nvPr>
                <p:ph idx="1"/>
              </p:nvPr>
            </p:nvSpPr>
            <p:spPr>
              <a:xfrm>
                <a:off x="838200" y="1707638"/>
                <a:ext cx="10515600" cy="4351338"/>
              </a:xfrm>
            </p:spPr>
            <p:txBody>
              <a:bodyPr/>
              <a:lstStyle/>
              <a:p>
                <a:r>
                  <a:rPr lang="en-GB" dirty="0"/>
                  <a:t>The finer the mesh, the better the SPDE approximation. But there should be a trade-off between this and the computational cost as finer meshes mean increased computational burden.</a:t>
                </a:r>
              </a:p>
              <a:p>
                <a:r>
                  <a:rPr lang="en-GB" dirty="0"/>
                  <a:t>The objective is to construct a mesh that is sufficiently fine to represent the spatial variation supported by the data</a:t>
                </a:r>
              </a:p>
              <a:p>
                <a:r>
                  <a:rPr lang="en-GB" dirty="0"/>
                  <a:t>Note that the largest allowed triangle edge length within the mesh should be less than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𝑟</m:t>
                        </m:r>
                      </m:e>
                      <m:sub>
                        <m:r>
                          <a:rPr lang="en-GB" i="1">
                            <a:latin typeface="Cambria Math" panose="02040503050406030204" pitchFamily="18" charset="0"/>
                          </a:rPr>
                          <m:t>0</m:t>
                        </m:r>
                      </m:sub>
                    </m:sSub>
                  </m:oMath>
                </a14:m>
                <a:r>
                  <a:rPr lang="en-GB" dirty="0"/>
                  <a:t> in the prior for the range parameter </a:t>
                </a:r>
                <a14:m>
                  <m:oMath xmlns:m="http://schemas.openxmlformats.org/officeDocument/2006/math">
                    <m:r>
                      <a:rPr lang="en-GB" i="1">
                        <a:latin typeface="Cambria Math" panose="02040503050406030204" pitchFamily="18" charset="0"/>
                      </a:rPr>
                      <m:t>𝑟</m:t>
                    </m:r>
                  </m:oMath>
                </a14:m>
                <a:r>
                  <a:rPr lang="en-GB" dirty="0"/>
                  <a:t>. Mesh construction and prior specification for the spatial range should be considered together.</a:t>
                </a:r>
              </a:p>
              <a:p>
                <a:endParaRPr lang="en-GB" dirty="0"/>
              </a:p>
            </p:txBody>
          </p:sp>
        </mc:Choice>
        <mc:Fallback xmlns="">
          <p:sp>
            <p:nvSpPr>
              <p:cNvPr id="3" name="Content Placeholder 2">
                <a:extLst>
                  <a:ext uri="{FF2B5EF4-FFF2-40B4-BE49-F238E27FC236}">
                    <a16:creationId xmlns:a16="http://schemas.microsoft.com/office/drawing/2014/main" id="{481597CA-0A67-33EA-4A75-49D501D0985A}"/>
                  </a:ext>
                </a:extLst>
              </p:cNvPr>
              <p:cNvSpPr>
                <a:spLocks noGrp="1" noRot="1" noChangeAspect="1" noMove="1" noResize="1" noEditPoints="1" noAdjustHandles="1" noChangeArrowheads="1" noChangeShapeType="1" noTextEdit="1"/>
              </p:cNvSpPr>
              <p:nvPr>
                <p:ph idx="1"/>
              </p:nvPr>
            </p:nvSpPr>
            <p:spPr>
              <a:xfrm>
                <a:off x="838200" y="1707638"/>
                <a:ext cx="10515600" cy="4351338"/>
              </a:xfrm>
              <a:blipFill>
                <a:blip r:embed="rId2"/>
                <a:stretch>
                  <a:fillRect l="-1043" t="-2381" r="-696"/>
                </a:stretch>
              </a:blipFill>
            </p:spPr>
            <p:txBody>
              <a:bodyPr/>
              <a:lstStyle/>
              <a:p>
                <a:r>
                  <a:rPr lang="en-GB">
                    <a:noFill/>
                  </a:rPr>
                  <a:t> </a:t>
                </a:r>
              </a:p>
            </p:txBody>
          </p:sp>
        </mc:Fallback>
      </mc:AlternateContent>
      <p:sp>
        <p:nvSpPr>
          <p:cNvPr id="6" name="Title 1">
            <a:extLst>
              <a:ext uri="{FF2B5EF4-FFF2-40B4-BE49-F238E27FC236}">
                <a16:creationId xmlns:a16="http://schemas.microsoft.com/office/drawing/2014/main" id="{6590DE17-95DB-027F-5B23-DBD4C8334F8E}"/>
              </a:ext>
            </a:extLst>
          </p:cNvPr>
          <p:cNvSpPr>
            <a:spLocks noGrp="1"/>
          </p:cNvSpPr>
          <p:nvPr>
            <p:ph type="title"/>
          </p:nvPr>
        </p:nvSpPr>
        <p:spPr>
          <a:xfrm>
            <a:off x="277760" y="79990"/>
            <a:ext cx="11076039" cy="627933"/>
          </a:xfrm>
        </p:spPr>
        <p:txBody>
          <a:bodyPr>
            <a:normAutofit fontScale="90000"/>
          </a:bodyPr>
          <a:lstStyle/>
          <a:p>
            <a:r>
              <a:rPr lang="en-GB" b="1" dirty="0">
                <a:solidFill>
                  <a:schemeClr val="bg1"/>
                </a:solidFill>
                <a:latin typeface="+mn-lt"/>
              </a:rPr>
              <a:t>The INLA-SPDE approach: mesh construction</a:t>
            </a:r>
          </a:p>
        </p:txBody>
      </p:sp>
    </p:spTree>
    <p:extLst>
      <p:ext uri="{BB962C8B-B14F-4D97-AF65-F5344CB8AC3E}">
        <p14:creationId xmlns:p14="http://schemas.microsoft.com/office/powerpoint/2010/main" val="36072571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C0E027-E6E2-A3F6-9890-0993B03848B7}"/>
              </a:ext>
            </a:extLst>
          </p:cNvPr>
          <p:cNvSpPr>
            <a:spLocks noGrp="1"/>
          </p:cNvSpPr>
          <p:nvPr>
            <p:ph idx="1"/>
          </p:nvPr>
        </p:nvSpPr>
        <p:spPr>
          <a:xfrm>
            <a:off x="838199" y="1714129"/>
            <a:ext cx="10515600" cy="4351338"/>
          </a:xfrm>
        </p:spPr>
        <p:txBody>
          <a:bodyPr/>
          <a:lstStyle/>
          <a:p>
            <a:r>
              <a:rPr lang="en-GB" dirty="0"/>
              <a:t>It is very important to plot the mesh and adjust the parameters accordingly if need be</a:t>
            </a:r>
          </a:p>
          <a:p>
            <a:endParaRPr lang="en-GB" dirty="0"/>
          </a:p>
        </p:txBody>
      </p:sp>
      <p:pic>
        <p:nvPicPr>
          <p:cNvPr id="6" name="Picture 5">
            <a:extLst>
              <a:ext uri="{FF2B5EF4-FFF2-40B4-BE49-F238E27FC236}">
                <a16:creationId xmlns:a16="http://schemas.microsoft.com/office/drawing/2014/main" id="{01451CE8-495F-05CB-8A7D-BDD4220548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7350" y="4259083"/>
            <a:ext cx="3171825" cy="2233792"/>
          </a:xfrm>
          <a:prstGeom prst="rect">
            <a:avLst/>
          </a:prstGeom>
        </p:spPr>
      </p:pic>
      <p:pic>
        <p:nvPicPr>
          <p:cNvPr id="8" name="Picture 7">
            <a:extLst>
              <a:ext uri="{FF2B5EF4-FFF2-40B4-BE49-F238E27FC236}">
                <a16:creationId xmlns:a16="http://schemas.microsoft.com/office/drawing/2014/main" id="{2A9D566D-B6EC-6147-A319-DEB15059A2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95151" y="4344645"/>
            <a:ext cx="3171825" cy="2191011"/>
          </a:xfrm>
          <a:prstGeom prst="rect">
            <a:avLst/>
          </a:prstGeom>
        </p:spPr>
      </p:pic>
      <p:sp>
        <p:nvSpPr>
          <p:cNvPr id="14" name="Rectangle 13">
            <a:extLst>
              <a:ext uri="{FF2B5EF4-FFF2-40B4-BE49-F238E27FC236}">
                <a16:creationId xmlns:a16="http://schemas.microsoft.com/office/drawing/2014/main" id="{AACC5525-5C12-A5E3-150D-43C581663165}"/>
              </a:ext>
            </a:extLst>
          </p:cNvPr>
          <p:cNvSpPr/>
          <p:nvPr/>
        </p:nvSpPr>
        <p:spPr>
          <a:xfrm>
            <a:off x="838200" y="2689469"/>
            <a:ext cx="5655906" cy="1200329"/>
          </a:xfrm>
          <a:prstGeom prst="rect">
            <a:avLst/>
          </a:prstGeom>
        </p:spPr>
        <p:txBody>
          <a:bodyPr wrap="square">
            <a:spAutoFit/>
          </a:bodyPr>
          <a:lstStyle/>
          <a:p>
            <a:r>
              <a:rPr lang="en-GB" dirty="0"/>
              <a:t>data(</a:t>
            </a:r>
            <a:r>
              <a:rPr lang="en-GB" dirty="0" err="1"/>
              <a:t>SPDEtoy</a:t>
            </a:r>
            <a:r>
              <a:rPr lang="en-GB" dirty="0"/>
              <a:t>)</a:t>
            </a:r>
          </a:p>
          <a:p>
            <a:r>
              <a:rPr lang="en-GB" dirty="0" err="1"/>
              <a:t>coords</a:t>
            </a:r>
            <a:r>
              <a:rPr lang="en-GB" dirty="0"/>
              <a:t> &lt;- </a:t>
            </a:r>
            <a:r>
              <a:rPr lang="en-GB" dirty="0" err="1"/>
              <a:t>as.matrix</a:t>
            </a:r>
            <a:r>
              <a:rPr lang="en-GB" dirty="0"/>
              <a:t>(</a:t>
            </a:r>
            <a:r>
              <a:rPr lang="en-GB" dirty="0" err="1"/>
              <a:t>SPDEtoy</a:t>
            </a:r>
            <a:r>
              <a:rPr lang="en-GB" dirty="0"/>
              <a:t>[,1:2])</a:t>
            </a:r>
          </a:p>
          <a:p>
            <a:r>
              <a:rPr lang="en-GB" dirty="0"/>
              <a:t>mesh1 &lt;- inla.mesh.2d(</a:t>
            </a:r>
            <a:r>
              <a:rPr lang="en-GB" dirty="0" err="1"/>
              <a:t>loc.domain</a:t>
            </a:r>
            <a:r>
              <a:rPr lang="en-GB" dirty="0"/>
              <a:t>=domain, </a:t>
            </a:r>
            <a:r>
              <a:rPr lang="en-GB" dirty="0" err="1"/>
              <a:t>loc</a:t>
            </a:r>
            <a:r>
              <a:rPr lang="en-GB" dirty="0"/>
              <a:t>=</a:t>
            </a:r>
            <a:r>
              <a:rPr lang="en-GB" dirty="0" err="1"/>
              <a:t>coords</a:t>
            </a:r>
            <a:r>
              <a:rPr lang="en-GB" dirty="0"/>
              <a:t>, </a:t>
            </a:r>
            <a:r>
              <a:rPr lang="en-GB" dirty="0" err="1"/>
              <a:t>max.edge</a:t>
            </a:r>
            <a:r>
              <a:rPr lang="en-GB" dirty="0"/>
              <a:t>=c(0.1, 0.2), </a:t>
            </a:r>
            <a:r>
              <a:rPr lang="en-GB" dirty="0">
                <a:solidFill>
                  <a:schemeClr val="accent1">
                    <a:lumMod val="75000"/>
                  </a:schemeClr>
                </a:solidFill>
              </a:rPr>
              <a:t>offset=c(0.4, 0.1))</a:t>
            </a:r>
          </a:p>
        </p:txBody>
      </p:sp>
      <p:sp>
        <p:nvSpPr>
          <p:cNvPr id="16" name="Rectangle 15">
            <a:extLst>
              <a:ext uri="{FF2B5EF4-FFF2-40B4-BE49-F238E27FC236}">
                <a16:creationId xmlns:a16="http://schemas.microsoft.com/office/drawing/2014/main" id="{72FD5A4D-F97E-CC28-8B24-952D33E3A86D}"/>
              </a:ext>
            </a:extLst>
          </p:cNvPr>
          <p:cNvSpPr/>
          <p:nvPr/>
        </p:nvSpPr>
        <p:spPr>
          <a:xfrm>
            <a:off x="6494106" y="3243467"/>
            <a:ext cx="5419531" cy="646331"/>
          </a:xfrm>
          <a:prstGeom prst="rect">
            <a:avLst/>
          </a:prstGeom>
        </p:spPr>
        <p:txBody>
          <a:bodyPr wrap="square">
            <a:spAutoFit/>
          </a:bodyPr>
          <a:lstStyle/>
          <a:p>
            <a:r>
              <a:rPr lang="en-GB" dirty="0"/>
              <a:t>mesh2 &lt;- inla.mesh.2d(</a:t>
            </a:r>
            <a:r>
              <a:rPr lang="en-GB" dirty="0" err="1"/>
              <a:t>loc.domain</a:t>
            </a:r>
            <a:r>
              <a:rPr lang="en-GB" dirty="0"/>
              <a:t>=domain, </a:t>
            </a:r>
            <a:r>
              <a:rPr lang="en-GB" dirty="0" err="1"/>
              <a:t>loc</a:t>
            </a:r>
            <a:r>
              <a:rPr lang="en-GB" dirty="0"/>
              <a:t>=</a:t>
            </a:r>
            <a:r>
              <a:rPr lang="en-GB" dirty="0" err="1"/>
              <a:t>coords</a:t>
            </a:r>
            <a:r>
              <a:rPr lang="en-GB" dirty="0"/>
              <a:t>, </a:t>
            </a:r>
            <a:r>
              <a:rPr lang="en-GB" dirty="0" err="1"/>
              <a:t>max.edge</a:t>
            </a:r>
            <a:r>
              <a:rPr lang="en-GB" dirty="0"/>
              <a:t>=c(0.1, 0.2), </a:t>
            </a:r>
            <a:r>
              <a:rPr lang="en-GB" dirty="0">
                <a:solidFill>
                  <a:schemeClr val="accent1">
                    <a:lumMod val="75000"/>
                  </a:schemeClr>
                </a:solidFill>
              </a:rPr>
              <a:t>offset=c(0.1, 0.4))</a:t>
            </a:r>
          </a:p>
        </p:txBody>
      </p:sp>
      <p:sp>
        <p:nvSpPr>
          <p:cNvPr id="7" name="Title 1">
            <a:extLst>
              <a:ext uri="{FF2B5EF4-FFF2-40B4-BE49-F238E27FC236}">
                <a16:creationId xmlns:a16="http://schemas.microsoft.com/office/drawing/2014/main" id="{093C8479-902D-11BB-183F-0CD51B111C2E}"/>
              </a:ext>
            </a:extLst>
          </p:cNvPr>
          <p:cNvSpPr>
            <a:spLocks noGrp="1"/>
          </p:cNvSpPr>
          <p:nvPr>
            <p:ph type="title"/>
          </p:nvPr>
        </p:nvSpPr>
        <p:spPr>
          <a:xfrm>
            <a:off x="277760" y="79990"/>
            <a:ext cx="11076039" cy="627933"/>
          </a:xfrm>
        </p:spPr>
        <p:txBody>
          <a:bodyPr>
            <a:normAutofit fontScale="90000"/>
          </a:bodyPr>
          <a:lstStyle/>
          <a:p>
            <a:r>
              <a:rPr lang="en-GB" b="1" dirty="0">
                <a:solidFill>
                  <a:schemeClr val="bg1"/>
                </a:solidFill>
                <a:latin typeface="+mn-lt"/>
              </a:rPr>
              <a:t>The INLA-SPDE approach: mesh construction</a:t>
            </a:r>
          </a:p>
        </p:txBody>
      </p:sp>
    </p:spTree>
    <p:extLst>
      <p:ext uri="{BB962C8B-B14F-4D97-AF65-F5344CB8AC3E}">
        <p14:creationId xmlns:p14="http://schemas.microsoft.com/office/powerpoint/2010/main" val="30122023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63B468-88F9-227A-BAB9-8389F0DC6D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2630" y="3344734"/>
            <a:ext cx="3905250" cy="2752725"/>
          </a:xfrm>
          <a:prstGeom prst="rect">
            <a:avLst/>
          </a:prstGeom>
        </p:spPr>
      </p:pic>
      <p:pic>
        <p:nvPicPr>
          <p:cNvPr id="8" name="Picture 7">
            <a:extLst>
              <a:ext uri="{FF2B5EF4-FFF2-40B4-BE49-F238E27FC236}">
                <a16:creationId xmlns:a16="http://schemas.microsoft.com/office/drawing/2014/main" id="{E9B7AFBB-9E69-EAFE-9CA3-EE3BAD39BA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8092" y="3344734"/>
            <a:ext cx="3876675" cy="2743200"/>
          </a:xfrm>
          <a:prstGeom prst="rect">
            <a:avLst/>
          </a:prstGeom>
        </p:spPr>
      </p:pic>
      <p:sp>
        <p:nvSpPr>
          <p:cNvPr id="10" name="Rectangle 9">
            <a:extLst>
              <a:ext uri="{FF2B5EF4-FFF2-40B4-BE49-F238E27FC236}">
                <a16:creationId xmlns:a16="http://schemas.microsoft.com/office/drawing/2014/main" id="{D12A09DB-73C9-13F9-DABD-65D230BE7669}"/>
              </a:ext>
            </a:extLst>
          </p:cNvPr>
          <p:cNvSpPr/>
          <p:nvPr/>
        </p:nvSpPr>
        <p:spPr>
          <a:xfrm>
            <a:off x="561975" y="1585619"/>
            <a:ext cx="5655906" cy="1200329"/>
          </a:xfrm>
          <a:prstGeom prst="rect">
            <a:avLst/>
          </a:prstGeom>
        </p:spPr>
        <p:txBody>
          <a:bodyPr wrap="square">
            <a:spAutoFit/>
          </a:bodyPr>
          <a:lstStyle/>
          <a:p>
            <a:r>
              <a:rPr lang="en-GB" dirty="0"/>
              <a:t>domain &lt;- matrix(</a:t>
            </a:r>
            <a:r>
              <a:rPr lang="en-GB" dirty="0" err="1"/>
              <a:t>cbind</a:t>
            </a:r>
            <a:r>
              <a:rPr lang="en-GB" dirty="0"/>
              <a:t>(c(0,1,1,0.7,0), c(0,0,0.7,1,1)), </a:t>
            </a:r>
            <a:r>
              <a:rPr lang="en-GB" dirty="0" err="1"/>
              <a:t>ncol</a:t>
            </a:r>
            <a:r>
              <a:rPr lang="en-GB" dirty="0"/>
              <a:t>=2)</a:t>
            </a:r>
          </a:p>
          <a:p>
            <a:r>
              <a:rPr lang="en-GB" dirty="0"/>
              <a:t>mesh1 &lt;- inla.mesh.2d(</a:t>
            </a:r>
            <a:r>
              <a:rPr lang="en-GB" dirty="0" err="1"/>
              <a:t>loc.domain</a:t>
            </a:r>
            <a:r>
              <a:rPr lang="en-GB" dirty="0"/>
              <a:t>=domain, </a:t>
            </a:r>
            <a:r>
              <a:rPr lang="en-GB" dirty="0" err="1"/>
              <a:t>max.edge</a:t>
            </a:r>
            <a:r>
              <a:rPr lang="en-GB" dirty="0"/>
              <a:t>=c(0.04, 0.2), </a:t>
            </a:r>
            <a:r>
              <a:rPr lang="en-GB" dirty="0" err="1">
                <a:solidFill>
                  <a:schemeClr val="accent1">
                    <a:lumMod val="75000"/>
                  </a:schemeClr>
                </a:solidFill>
              </a:rPr>
              <a:t>cutoff</a:t>
            </a:r>
            <a:r>
              <a:rPr lang="en-GB" dirty="0">
                <a:solidFill>
                  <a:schemeClr val="accent1">
                    <a:lumMod val="75000"/>
                  </a:schemeClr>
                </a:solidFill>
              </a:rPr>
              <a:t>=0.015</a:t>
            </a:r>
            <a:r>
              <a:rPr lang="en-GB" dirty="0"/>
              <a:t>, offset=c(0.1, 0.4))</a:t>
            </a:r>
          </a:p>
        </p:txBody>
      </p:sp>
      <p:sp>
        <p:nvSpPr>
          <p:cNvPr id="12" name="Rectangle 11">
            <a:extLst>
              <a:ext uri="{FF2B5EF4-FFF2-40B4-BE49-F238E27FC236}">
                <a16:creationId xmlns:a16="http://schemas.microsoft.com/office/drawing/2014/main" id="{5DDE9FBD-BA99-17FD-EA78-F1D15F77385B}"/>
              </a:ext>
            </a:extLst>
          </p:cNvPr>
          <p:cNvSpPr/>
          <p:nvPr/>
        </p:nvSpPr>
        <p:spPr>
          <a:xfrm>
            <a:off x="6494106" y="1588147"/>
            <a:ext cx="5655906" cy="1200329"/>
          </a:xfrm>
          <a:prstGeom prst="rect">
            <a:avLst/>
          </a:prstGeom>
        </p:spPr>
        <p:txBody>
          <a:bodyPr wrap="square">
            <a:spAutoFit/>
          </a:bodyPr>
          <a:lstStyle/>
          <a:p>
            <a:r>
              <a:rPr lang="en-GB" dirty="0"/>
              <a:t>domain &lt;- matrix(</a:t>
            </a:r>
            <a:r>
              <a:rPr lang="en-GB" dirty="0" err="1"/>
              <a:t>cbind</a:t>
            </a:r>
            <a:r>
              <a:rPr lang="en-GB" dirty="0"/>
              <a:t>(c(0,1,1,0.7,0), c(0,0,0.7,1,1)), </a:t>
            </a:r>
            <a:r>
              <a:rPr lang="en-GB" dirty="0" err="1"/>
              <a:t>ncol</a:t>
            </a:r>
            <a:r>
              <a:rPr lang="en-GB" dirty="0"/>
              <a:t>=2)</a:t>
            </a:r>
          </a:p>
          <a:p>
            <a:r>
              <a:rPr lang="en-GB" dirty="0"/>
              <a:t>mesh2 &lt;- inla.mesh.2d(</a:t>
            </a:r>
            <a:r>
              <a:rPr lang="en-GB" dirty="0" err="1"/>
              <a:t>loc.domain</a:t>
            </a:r>
            <a:r>
              <a:rPr lang="en-GB" dirty="0"/>
              <a:t>=domain, </a:t>
            </a:r>
            <a:r>
              <a:rPr lang="en-GB" dirty="0" err="1"/>
              <a:t>max.edge</a:t>
            </a:r>
            <a:r>
              <a:rPr lang="en-GB" dirty="0"/>
              <a:t>=c(0.04, 0.2), </a:t>
            </a:r>
            <a:r>
              <a:rPr lang="en-GB" dirty="0" err="1">
                <a:solidFill>
                  <a:schemeClr val="accent1">
                    <a:lumMod val="75000"/>
                  </a:schemeClr>
                </a:solidFill>
              </a:rPr>
              <a:t>cutoff</a:t>
            </a:r>
            <a:r>
              <a:rPr lang="en-GB" dirty="0">
                <a:solidFill>
                  <a:schemeClr val="accent1">
                    <a:lumMod val="75000"/>
                  </a:schemeClr>
                </a:solidFill>
              </a:rPr>
              <a:t>=0.05</a:t>
            </a:r>
            <a:r>
              <a:rPr lang="en-GB" dirty="0"/>
              <a:t>, offset=c(0.1, 0.4))</a:t>
            </a:r>
          </a:p>
        </p:txBody>
      </p:sp>
      <p:sp>
        <p:nvSpPr>
          <p:cNvPr id="14" name="TextBox 13">
            <a:extLst>
              <a:ext uri="{FF2B5EF4-FFF2-40B4-BE49-F238E27FC236}">
                <a16:creationId xmlns:a16="http://schemas.microsoft.com/office/drawing/2014/main" id="{95D36A80-05BD-7E03-71C2-CF66752485E7}"/>
              </a:ext>
            </a:extLst>
          </p:cNvPr>
          <p:cNvSpPr txBox="1"/>
          <p:nvPr/>
        </p:nvSpPr>
        <p:spPr>
          <a:xfrm>
            <a:off x="838200" y="6211669"/>
            <a:ext cx="4945224" cy="646331"/>
          </a:xfrm>
          <a:prstGeom prst="rect">
            <a:avLst/>
          </a:prstGeom>
          <a:noFill/>
        </p:spPr>
        <p:txBody>
          <a:bodyPr wrap="square" rtlCol="0">
            <a:spAutoFit/>
          </a:bodyPr>
          <a:lstStyle/>
          <a:p>
            <a:r>
              <a:rPr lang="en-GB" dirty="0"/>
              <a:t>Triangulation points with distance less than 0.015 replaced by a single vertex</a:t>
            </a:r>
          </a:p>
        </p:txBody>
      </p:sp>
      <p:sp>
        <p:nvSpPr>
          <p:cNvPr id="16" name="TextBox 15">
            <a:extLst>
              <a:ext uri="{FF2B5EF4-FFF2-40B4-BE49-F238E27FC236}">
                <a16:creationId xmlns:a16="http://schemas.microsoft.com/office/drawing/2014/main" id="{B5DA6D2A-9F47-99AE-617B-B4B3152E8EB1}"/>
              </a:ext>
            </a:extLst>
          </p:cNvPr>
          <p:cNvSpPr txBox="1"/>
          <p:nvPr/>
        </p:nvSpPr>
        <p:spPr>
          <a:xfrm>
            <a:off x="6494106" y="6206042"/>
            <a:ext cx="4945224" cy="646331"/>
          </a:xfrm>
          <a:prstGeom prst="rect">
            <a:avLst/>
          </a:prstGeom>
          <a:noFill/>
        </p:spPr>
        <p:txBody>
          <a:bodyPr wrap="square" rtlCol="0">
            <a:spAutoFit/>
          </a:bodyPr>
          <a:lstStyle/>
          <a:p>
            <a:r>
              <a:rPr lang="en-GB" dirty="0"/>
              <a:t>Triangulation points with distance less than 0.05 replaced by a single vertex</a:t>
            </a:r>
          </a:p>
        </p:txBody>
      </p:sp>
      <p:sp>
        <p:nvSpPr>
          <p:cNvPr id="5" name="Title 1">
            <a:extLst>
              <a:ext uri="{FF2B5EF4-FFF2-40B4-BE49-F238E27FC236}">
                <a16:creationId xmlns:a16="http://schemas.microsoft.com/office/drawing/2014/main" id="{513C24EA-6EC7-07EA-9907-74045FAC42FC}"/>
              </a:ext>
            </a:extLst>
          </p:cNvPr>
          <p:cNvSpPr>
            <a:spLocks noGrp="1"/>
          </p:cNvSpPr>
          <p:nvPr>
            <p:ph type="title"/>
          </p:nvPr>
        </p:nvSpPr>
        <p:spPr>
          <a:xfrm>
            <a:off x="277760" y="79990"/>
            <a:ext cx="11076039" cy="627933"/>
          </a:xfrm>
        </p:spPr>
        <p:txBody>
          <a:bodyPr>
            <a:normAutofit fontScale="90000"/>
          </a:bodyPr>
          <a:lstStyle/>
          <a:p>
            <a:r>
              <a:rPr lang="en-GB" b="1" dirty="0">
                <a:solidFill>
                  <a:schemeClr val="bg1"/>
                </a:solidFill>
                <a:latin typeface="+mn-lt"/>
              </a:rPr>
              <a:t>The INLA-SPDE approach: mesh construction</a:t>
            </a:r>
          </a:p>
        </p:txBody>
      </p:sp>
    </p:spTree>
    <p:extLst>
      <p:ext uri="{BB962C8B-B14F-4D97-AF65-F5344CB8AC3E}">
        <p14:creationId xmlns:p14="http://schemas.microsoft.com/office/powerpoint/2010/main" val="8009335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937D6-247E-AC9D-6D98-46C95EB000A5}"/>
              </a:ext>
            </a:extLst>
          </p:cNvPr>
          <p:cNvSpPr>
            <a:spLocks noGrp="1"/>
          </p:cNvSpPr>
          <p:nvPr>
            <p:ph type="title"/>
          </p:nvPr>
        </p:nvSpPr>
        <p:spPr>
          <a:xfrm>
            <a:off x="267929" y="89822"/>
            <a:ext cx="10515600" cy="618101"/>
          </a:xfrm>
        </p:spPr>
        <p:txBody>
          <a:bodyPr>
            <a:noAutofit/>
          </a:bodyPr>
          <a:lstStyle/>
          <a:p>
            <a:r>
              <a:rPr lang="en-GB" sz="4000" b="1" dirty="0">
                <a:solidFill>
                  <a:schemeClr val="bg1"/>
                </a:solidFill>
                <a:latin typeface="+mn-lt"/>
              </a:rPr>
              <a:t>Prediction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ABA9A66-A91B-6A43-8A31-07076D86CA09}"/>
                  </a:ext>
                </a:extLst>
              </p:cNvPr>
              <p:cNvSpPr>
                <a:spLocks noGrp="1"/>
              </p:cNvSpPr>
              <p:nvPr>
                <p:ph idx="1"/>
              </p:nvPr>
            </p:nvSpPr>
            <p:spPr>
              <a:xfrm>
                <a:off x="838200" y="1632744"/>
                <a:ext cx="10515600" cy="4737100"/>
              </a:xfrm>
            </p:spPr>
            <p:txBody>
              <a:bodyPr>
                <a:normAutofit fontScale="92500"/>
              </a:bodyPr>
              <a:lstStyle/>
              <a:p>
                <a:r>
                  <a:rPr lang="en-GB" sz="2400" dirty="0"/>
                  <a:t>The predicted value of the outcome at a new location </a:t>
                </a:r>
                <a14:m>
                  <m:oMath xmlns:m="http://schemas.openxmlformats.org/officeDocument/2006/math">
                    <m:sSub>
                      <m:sSubPr>
                        <m:ctrlPr>
                          <a:rPr lang="en-GB" sz="2400" b="1" i="1" smtClean="0">
                            <a:latin typeface="Cambria Math" panose="02040503050406030204" pitchFamily="18" charset="0"/>
                          </a:rPr>
                        </m:ctrlPr>
                      </m:sSubPr>
                      <m:e>
                        <m:r>
                          <a:rPr lang="en-GB" sz="2400" b="1" i="1" smtClean="0">
                            <a:latin typeface="Cambria Math" panose="02040503050406030204" pitchFamily="18" charset="0"/>
                          </a:rPr>
                          <m:t>𝒔</m:t>
                        </m:r>
                      </m:e>
                      <m:sub>
                        <m:r>
                          <a:rPr lang="en-GB" sz="2400" b="0" i="1" smtClean="0">
                            <a:latin typeface="Cambria Math" panose="02040503050406030204" pitchFamily="18" charset="0"/>
                          </a:rPr>
                          <m:t>0</m:t>
                        </m:r>
                      </m:sub>
                    </m:sSub>
                  </m:oMath>
                </a14:m>
                <a:r>
                  <a:rPr lang="en-GB" sz="2400" dirty="0"/>
                  <a:t>, </a:t>
                </a:r>
                <a14:m>
                  <m:oMath xmlns:m="http://schemas.openxmlformats.org/officeDocument/2006/math">
                    <m:acc>
                      <m:accPr>
                        <m:chr m:val="̂"/>
                        <m:ctrlPr>
                          <a:rPr lang="en-GB" sz="2400" b="0" i="1" smtClean="0">
                            <a:latin typeface="Cambria Math" panose="02040503050406030204" pitchFamily="18" charset="0"/>
                          </a:rPr>
                        </m:ctrlPr>
                      </m:accPr>
                      <m:e>
                        <m:r>
                          <a:rPr lang="en-GB" sz="2400" b="0" i="1" smtClean="0">
                            <a:latin typeface="Cambria Math" panose="02040503050406030204" pitchFamily="18" charset="0"/>
                          </a:rPr>
                          <m:t>𝑦</m:t>
                        </m:r>
                      </m:e>
                    </m:acc>
                    <m:r>
                      <a:rPr lang="en-GB" sz="2400" b="0" i="1" smtClean="0">
                        <a:latin typeface="Cambria Math" panose="02040503050406030204" pitchFamily="18" charset="0"/>
                      </a:rPr>
                      <m:t>(</m:t>
                    </m:r>
                    <m:sSub>
                      <m:sSubPr>
                        <m:ctrlPr>
                          <a:rPr lang="en-GB" sz="2400" b="1" i="1">
                            <a:latin typeface="Cambria Math" panose="02040503050406030204" pitchFamily="18" charset="0"/>
                          </a:rPr>
                        </m:ctrlPr>
                      </m:sSubPr>
                      <m:e>
                        <m:r>
                          <a:rPr lang="en-GB" sz="2400" b="1" i="1">
                            <a:latin typeface="Cambria Math" panose="02040503050406030204" pitchFamily="18" charset="0"/>
                          </a:rPr>
                          <m:t>𝒔</m:t>
                        </m:r>
                      </m:e>
                      <m:sub>
                        <m:r>
                          <a:rPr lang="en-GB" sz="2400" i="1">
                            <a:latin typeface="Cambria Math" panose="02040503050406030204" pitchFamily="18" charset="0"/>
                          </a:rPr>
                          <m:t>0</m:t>
                        </m:r>
                      </m:sub>
                    </m:sSub>
                    <m:r>
                      <a:rPr lang="en-GB" sz="2400" b="1" i="1" smtClean="0">
                        <a:latin typeface="Cambria Math" panose="02040503050406030204" pitchFamily="18" charset="0"/>
                      </a:rPr>
                      <m:t>)</m:t>
                    </m:r>
                  </m:oMath>
                </a14:m>
                <a:r>
                  <a:rPr lang="en-GB" sz="2400" dirty="0"/>
                  <a:t> is obtained via the posterior predictive distribution</a:t>
                </a:r>
              </a:p>
              <a:p>
                <a:endParaRPr lang="en-GB" dirty="0"/>
              </a:p>
              <a:p>
                <a:pPr marL="0" indent="0" algn="ctr">
                  <a:buNone/>
                </a:pPr>
                <a14:m>
                  <m:oMath xmlns:m="http://schemas.openxmlformats.org/officeDocument/2006/math">
                    <m:r>
                      <a:rPr lang="en-GB" b="0" i="1" smtClean="0">
                        <a:latin typeface="Cambria Math" panose="02040503050406030204" pitchFamily="18" charset="0"/>
                      </a:rPr>
                      <m:t>𝑝</m:t>
                    </m:r>
                    <m:d>
                      <m:dPr>
                        <m:ctrlPr>
                          <a:rPr lang="en-GB" b="0" i="1" smtClean="0">
                            <a:latin typeface="Cambria Math" panose="02040503050406030204" pitchFamily="18" charset="0"/>
                          </a:rPr>
                        </m:ctrlPr>
                      </m:dPr>
                      <m:e>
                        <m:r>
                          <a:rPr lang="en-GB" b="0" i="1" smtClean="0">
                            <a:latin typeface="Cambria Math" panose="02040503050406030204" pitchFamily="18" charset="0"/>
                          </a:rPr>
                          <m:t>𝑦</m:t>
                        </m:r>
                        <m:d>
                          <m:dPr>
                            <m:ctrlPr>
                              <a:rPr lang="en-GB" b="1" i="1">
                                <a:latin typeface="Cambria Math" panose="02040503050406030204" pitchFamily="18" charset="0"/>
                              </a:rPr>
                            </m:ctrlPr>
                          </m:dPr>
                          <m:e>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i="1">
                                    <a:latin typeface="Cambria Math" panose="02040503050406030204" pitchFamily="18" charset="0"/>
                                  </a:rPr>
                                  <m:t>0</m:t>
                                </m:r>
                              </m:sub>
                            </m:sSub>
                          </m:e>
                        </m:d>
                      </m:e>
                      <m:e>
                        <m:r>
                          <a:rPr lang="en-GB" b="1" i="1" smtClean="0">
                            <a:latin typeface="Cambria Math" panose="02040503050406030204" pitchFamily="18" charset="0"/>
                          </a:rPr>
                          <m:t>𝒚</m:t>
                        </m:r>
                      </m:e>
                    </m:d>
                    <m:r>
                      <a:rPr lang="en-GB" b="0" i="1" smtClean="0">
                        <a:latin typeface="Cambria Math" panose="02040503050406030204" pitchFamily="18" charset="0"/>
                      </a:rPr>
                      <m:t>=∫</m:t>
                    </m:r>
                    <m:r>
                      <a:rPr lang="en-GB" b="0" i="1" smtClean="0">
                        <a:latin typeface="Cambria Math" panose="02040503050406030204" pitchFamily="18" charset="0"/>
                      </a:rPr>
                      <m:t>𝑝</m:t>
                    </m:r>
                    <m:d>
                      <m:dPr>
                        <m:ctrlPr>
                          <a:rPr lang="en-GB" i="1">
                            <a:latin typeface="Cambria Math" panose="02040503050406030204" pitchFamily="18" charset="0"/>
                          </a:rPr>
                        </m:ctrlPr>
                      </m:dPr>
                      <m:e>
                        <m:r>
                          <a:rPr lang="en-GB" i="1">
                            <a:latin typeface="Cambria Math" panose="02040503050406030204" pitchFamily="18" charset="0"/>
                          </a:rPr>
                          <m:t>𝑦</m:t>
                        </m:r>
                        <m:d>
                          <m:dPr>
                            <m:ctrlPr>
                              <a:rPr lang="en-GB" b="1" i="1">
                                <a:latin typeface="Cambria Math" panose="02040503050406030204" pitchFamily="18" charset="0"/>
                              </a:rPr>
                            </m:ctrlPr>
                          </m:dPr>
                          <m:e>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i="1">
                                    <a:latin typeface="Cambria Math" panose="02040503050406030204" pitchFamily="18" charset="0"/>
                                  </a:rPr>
                                  <m:t>0</m:t>
                                </m:r>
                              </m:sub>
                            </m:sSub>
                          </m:e>
                        </m:d>
                      </m:e>
                      <m:e>
                        <m:r>
                          <a:rPr lang="en-GB" b="1" i="1" smtClean="0">
                            <a:latin typeface="Cambria Math" panose="02040503050406030204" pitchFamily="18" charset="0"/>
                          </a:rPr>
                          <m:t>𝒁</m:t>
                        </m:r>
                        <m:r>
                          <a:rPr lang="en-GB" b="0" i="1" smtClean="0">
                            <a:latin typeface="Cambria Math" panose="02040503050406030204" pitchFamily="18" charset="0"/>
                          </a:rPr>
                          <m:t>,</m:t>
                        </m:r>
                        <m:r>
                          <a:rPr lang="en-GB" b="1" i="1" smtClean="0">
                            <a:latin typeface="Cambria Math" panose="02040503050406030204" pitchFamily="18" charset="0"/>
                          </a:rPr>
                          <m:t>𝜽</m:t>
                        </m:r>
                      </m:e>
                    </m:d>
                    <m:r>
                      <a:rPr lang="en-GB" b="0" i="1" smtClean="0">
                        <a:latin typeface="Cambria Math" panose="02040503050406030204" pitchFamily="18" charset="0"/>
                      </a:rPr>
                      <m:t>𝑝</m:t>
                    </m:r>
                    <m:r>
                      <a:rPr lang="en-GB" b="0" i="1" smtClean="0">
                        <a:latin typeface="Cambria Math" panose="02040503050406030204" pitchFamily="18" charset="0"/>
                      </a:rPr>
                      <m:t>(</m:t>
                    </m:r>
                    <m:r>
                      <a:rPr lang="en-GB" b="1" i="1">
                        <a:latin typeface="Cambria Math" panose="02040503050406030204" pitchFamily="18" charset="0"/>
                      </a:rPr>
                      <m:t>𝒁</m:t>
                    </m:r>
                    <m:r>
                      <a:rPr lang="en-GB" i="1">
                        <a:latin typeface="Cambria Math" panose="02040503050406030204" pitchFamily="18" charset="0"/>
                      </a:rPr>
                      <m:t>,</m:t>
                    </m:r>
                    <m:r>
                      <a:rPr lang="en-GB" b="1" i="1">
                        <a:latin typeface="Cambria Math" panose="02040503050406030204" pitchFamily="18" charset="0"/>
                      </a:rPr>
                      <m:t>𝜽</m:t>
                    </m:r>
                    <m:r>
                      <a:rPr lang="en-GB" b="1" i="1" smtClean="0">
                        <a:latin typeface="Cambria Math" panose="02040503050406030204" pitchFamily="18" charset="0"/>
                      </a:rPr>
                      <m:t>|</m:t>
                    </m:r>
                    <m:r>
                      <a:rPr lang="en-GB" b="1" i="1" smtClean="0">
                        <a:latin typeface="Cambria Math" panose="02040503050406030204" pitchFamily="18" charset="0"/>
                      </a:rPr>
                      <m:t>𝒚</m:t>
                    </m:r>
                    <m:r>
                      <a:rPr lang="en-GB" b="0" i="1" smtClean="0">
                        <a:latin typeface="Cambria Math" panose="02040503050406030204" pitchFamily="18" charset="0"/>
                      </a:rPr>
                      <m:t>)</m:t>
                    </m:r>
                    <m:r>
                      <a:rPr lang="en-GB" b="0" i="1" smtClean="0">
                        <a:latin typeface="Cambria Math" panose="02040503050406030204" pitchFamily="18" charset="0"/>
                      </a:rPr>
                      <m:t>𝑑</m:t>
                    </m:r>
                    <m:r>
                      <a:rPr lang="en-GB" b="1" i="1" smtClean="0">
                        <a:latin typeface="Cambria Math" panose="02040503050406030204" pitchFamily="18" charset="0"/>
                      </a:rPr>
                      <m:t>𝒁</m:t>
                    </m:r>
                    <m:r>
                      <a:rPr lang="en-GB" b="0" i="1" smtClean="0">
                        <a:latin typeface="Cambria Math" panose="02040503050406030204" pitchFamily="18" charset="0"/>
                      </a:rPr>
                      <m:t>𝑑</m:t>
                    </m:r>
                    <m:r>
                      <a:rPr lang="en-GB" b="1" i="1" smtClean="0">
                        <a:latin typeface="Cambria Math" panose="02040503050406030204" pitchFamily="18" charset="0"/>
                      </a:rPr>
                      <m:t>𝜽</m:t>
                    </m:r>
                  </m:oMath>
                </a14:m>
                <a:r>
                  <a:rPr lang="en-GB" dirty="0"/>
                  <a:t>  </a:t>
                </a:r>
              </a:p>
              <a:p>
                <a:pPr marL="0" indent="0">
                  <a:buNone/>
                </a:pPr>
                <a:endParaRPr lang="en-GB" dirty="0"/>
              </a:p>
              <a:p>
                <a:pPr marL="0" indent="0">
                  <a:buNone/>
                </a:pPr>
                <a:endParaRPr lang="en-GB" dirty="0"/>
              </a:p>
              <a:p>
                <a:endParaRPr lang="en-GB" dirty="0"/>
              </a:p>
              <a:p>
                <a:r>
                  <a:rPr lang="en-GB" sz="2400" dirty="0"/>
                  <a:t>Essentially, the posterior predictive distribution averages the observation model at the new location over the posterior uncertainty in the latent field, regression coefficients and hyperparameters.</a:t>
                </a:r>
              </a:p>
              <a:p>
                <a:r>
                  <a:rPr lang="en-GB" sz="2400" dirty="0"/>
                  <a:t>In practice, we take 1,000 posterior draws from </a:t>
                </a:r>
                <a14:m>
                  <m:oMath xmlns:m="http://schemas.openxmlformats.org/officeDocument/2006/math">
                    <m:r>
                      <a:rPr lang="en-GB" sz="2400" i="1">
                        <a:latin typeface="Cambria Math" panose="02040503050406030204" pitchFamily="18" charset="0"/>
                      </a:rPr>
                      <m:t>𝑝</m:t>
                    </m:r>
                    <m:r>
                      <a:rPr lang="en-GB" sz="2400" i="1">
                        <a:latin typeface="Cambria Math" panose="02040503050406030204" pitchFamily="18" charset="0"/>
                      </a:rPr>
                      <m:t>(</m:t>
                    </m:r>
                    <m:r>
                      <a:rPr lang="en-GB" sz="2400" b="1" i="1">
                        <a:latin typeface="Cambria Math" panose="02040503050406030204" pitchFamily="18" charset="0"/>
                      </a:rPr>
                      <m:t>𝒁</m:t>
                    </m:r>
                    <m:r>
                      <a:rPr lang="en-GB" sz="2400" i="1">
                        <a:latin typeface="Cambria Math" panose="02040503050406030204" pitchFamily="18" charset="0"/>
                      </a:rPr>
                      <m:t>,</m:t>
                    </m:r>
                    <m:r>
                      <a:rPr lang="en-GB" sz="2400" b="1" i="1">
                        <a:latin typeface="Cambria Math" panose="02040503050406030204" pitchFamily="18" charset="0"/>
                      </a:rPr>
                      <m:t>𝜽</m:t>
                    </m:r>
                    <m:r>
                      <a:rPr lang="en-GB" sz="2400" b="1" i="1">
                        <a:latin typeface="Cambria Math" panose="02040503050406030204" pitchFamily="18" charset="0"/>
                      </a:rPr>
                      <m:t>|</m:t>
                    </m:r>
                    <m:r>
                      <a:rPr lang="en-GB" sz="2400" b="1" i="1">
                        <a:latin typeface="Cambria Math" panose="02040503050406030204" pitchFamily="18" charset="0"/>
                      </a:rPr>
                      <m:t>𝒚</m:t>
                    </m:r>
                    <m:r>
                      <a:rPr lang="en-GB" sz="2400" i="1">
                        <a:latin typeface="Cambria Math" panose="02040503050406030204" pitchFamily="18" charset="0"/>
                      </a:rPr>
                      <m:t>)</m:t>
                    </m:r>
                  </m:oMath>
                </a14:m>
                <a:r>
                  <a:rPr lang="en-GB" sz="2400" dirty="0"/>
                  <a:t> to evaluate the integral.</a:t>
                </a:r>
              </a:p>
            </p:txBody>
          </p:sp>
        </mc:Choice>
        <mc:Fallback xmlns="">
          <p:sp>
            <p:nvSpPr>
              <p:cNvPr id="3" name="Content Placeholder 2">
                <a:extLst>
                  <a:ext uri="{FF2B5EF4-FFF2-40B4-BE49-F238E27FC236}">
                    <a16:creationId xmlns:a16="http://schemas.microsoft.com/office/drawing/2014/main" id="{6ABA9A66-A91B-6A43-8A31-07076D86CA09}"/>
                  </a:ext>
                </a:extLst>
              </p:cNvPr>
              <p:cNvSpPr>
                <a:spLocks noGrp="1" noRot="1" noChangeAspect="1" noMove="1" noResize="1" noEditPoints="1" noAdjustHandles="1" noChangeArrowheads="1" noChangeShapeType="1" noTextEdit="1"/>
              </p:cNvSpPr>
              <p:nvPr>
                <p:ph idx="1"/>
              </p:nvPr>
            </p:nvSpPr>
            <p:spPr>
              <a:xfrm>
                <a:off x="838200" y="1632744"/>
                <a:ext cx="10515600" cy="4737100"/>
              </a:xfrm>
              <a:blipFill>
                <a:blip r:embed="rId2"/>
                <a:stretch>
                  <a:fillRect l="-696" t="-1544"/>
                </a:stretch>
              </a:blipFill>
            </p:spPr>
            <p:txBody>
              <a:bodyPr/>
              <a:lstStyle/>
              <a:p>
                <a:r>
                  <a:rPr lang="en-GB">
                    <a:noFill/>
                  </a:rPr>
                  <a:t> </a:t>
                </a:r>
              </a:p>
            </p:txBody>
          </p:sp>
        </mc:Fallback>
      </mc:AlternateContent>
      <p:cxnSp>
        <p:nvCxnSpPr>
          <p:cNvPr id="5" name="Straight Arrow Connector 4">
            <a:extLst>
              <a:ext uri="{FF2B5EF4-FFF2-40B4-BE49-F238E27FC236}">
                <a16:creationId xmlns:a16="http://schemas.microsoft.com/office/drawing/2014/main" id="{CB70ED99-426F-689A-2078-F8D17D1847D3}"/>
              </a:ext>
            </a:extLst>
          </p:cNvPr>
          <p:cNvCxnSpPr>
            <a:cxnSpLocks/>
          </p:cNvCxnSpPr>
          <p:nvPr/>
        </p:nvCxnSpPr>
        <p:spPr>
          <a:xfrm>
            <a:off x="7277100" y="3686969"/>
            <a:ext cx="723900" cy="31432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43DD2150-3CFC-A308-911A-D73CE7FA5F99}"/>
              </a:ext>
            </a:extLst>
          </p:cNvPr>
          <p:cNvSpPr txBox="1"/>
          <p:nvPr/>
        </p:nvSpPr>
        <p:spPr>
          <a:xfrm>
            <a:off x="8001000" y="3849687"/>
            <a:ext cx="2867025" cy="1200329"/>
          </a:xfrm>
          <a:prstGeom prst="rect">
            <a:avLst/>
          </a:prstGeom>
          <a:noFill/>
        </p:spPr>
        <p:txBody>
          <a:bodyPr wrap="square" rtlCol="0">
            <a:spAutoFit/>
          </a:bodyPr>
          <a:lstStyle/>
          <a:p>
            <a:r>
              <a:rPr lang="en-GB" dirty="0"/>
              <a:t>Posterior distribution for the latent variable and hyperparameters given the observed data</a:t>
            </a:r>
          </a:p>
        </p:txBody>
      </p:sp>
      <p:cxnSp>
        <p:nvCxnSpPr>
          <p:cNvPr id="8" name="Straight Arrow Connector 7">
            <a:extLst>
              <a:ext uri="{FF2B5EF4-FFF2-40B4-BE49-F238E27FC236}">
                <a16:creationId xmlns:a16="http://schemas.microsoft.com/office/drawing/2014/main" id="{0DE8DFC2-2427-5F7D-2BFD-3A6A6D8C67A0}"/>
              </a:ext>
            </a:extLst>
          </p:cNvPr>
          <p:cNvCxnSpPr>
            <a:cxnSpLocks/>
          </p:cNvCxnSpPr>
          <p:nvPr/>
        </p:nvCxnSpPr>
        <p:spPr>
          <a:xfrm flipH="1">
            <a:off x="4743450" y="3686969"/>
            <a:ext cx="438150" cy="48498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17334EB9-063D-2A40-22FF-00AC9AEF460F}"/>
              </a:ext>
            </a:extLst>
          </p:cNvPr>
          <p:cNvSpPr txBox="1"/>
          <p:nvPr/>
        </p:nvSpPr>
        <p:spPr>
          <a:xfrm>
            <a:off x="3140868" y="4122221"/>
            <a:ext cx="3205163" cy="369332"/>
          </a:xfrm>
          <a:prstGeom prst="rect">
            <a:avLst/>
          </a:prstGeom>
          <a:noFill/>
        </p:spPr>
        <p:txBody>
          <a:bodyPr wrap="square" rtlCol="0">
            <a:spAutoFit/>
          </a:bodyPr>
          <a:lstStyle/>
          <a:p>
            <a:r>
              <a:rPr lang="en-GB" dirty="0"/>
              <a:t>Likelihood for new observation</a:t>
            </a:r>
          </a:p>
        </p:txBody>
      </p:sp>
    </p:spTree>
    <p:extLst>
      <p:ext uri="{BB962C8B-B14F-4D97-AF65-F5344CB8AC3E}">
        <p14:creationId xmlns:p14="http://schemas.microsoft.com/office/powerpoint/2010/main" val="19698647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139BA-436F-21B0-5B9D-527E12323FFA}"/>
              </a:ext>
            </a:extLst>
          </p:cNvPr>
          <p:cNvSpPr>
            <a:spLocks noGrp="1"/>
          </p:cNvSpPr>
          <p:nvPr>
            <p:ph type="title"/>
          </p:nvPr>
        </p:nvSpPr>
        <p:spPr>
          <a:xfrm>
            <a:off x="287594" y="0"/>
            <a:ext cx="10515600" cy="824578"/>
          </a:xfrm>
        </p:spPr>
        <p:txBody>
          <a:bodyPr>
            <a:normAutofit/>
          </a:bodyPr>
          <a:lstStyle/>
          <a:p>
            <a:r>
              <a:rPr lang="en-GB" sz="4000" b="1" dirty="0">
                <a:solidFill>
                  <a:schemeClr val="bg1"/>
                </a:solidFill>
                <a:latin typeface="+mn-lt"/>
              </a:rPr>
              <a:t>Model choice and predictive performance</a:t>
            </a:r>
          </a:p>
        </p:txBody>
      </p:sp>
      <p:sp>
        <p:nvSpPr>
          <p:cNvPr id="3" name="Content Placeholder 2">
            <a:extLst>
              <a:ext uri="{FF2B5EF4-FFF2-40B4-BE49-F238E27FC236}">
                <a16:creationId xmlns:a16="http://schemas.microsoft.com/office/drawing/2014/main" id="{4FCB5CB5-69D2-B351-92F0-2A5E59A7D600}"/>
              </a:ext>
            </a:extLst>
          </p:cNvPr>
          <p:cNvSpPr>
            <a:spLocks noGrp="1"/>
          </p:cNvSpPr>
          <p:nvPr>
            <p:ph idx="1"/>
          </p:nvPr>
        </p:nvSpPr>
        <p:spPr>
          <a:xfrm>
            <a:off x="838200" y="1253331"/>
            <a:ext cx="10515600" cy="4351338"/>
          </a:xfrm>
        </p:spPr>
        <p:txBody>
          <a:bodyPr/>
          <a:lstStyle/>
          <a:p>
            <a:pPr marL="0" indent="0">
              <a:buNone/>
            </a:pPr>
            <a:r>
              <a:rPr lang="en-GB" dirty="0"/>
              <a:t>As with areal data, we can also use the following model choice criteria when working with geostatistical data:</a:t>
            </a:r>
          </a:p>
          <a:p>
            <a:pPr marL="0" indent="0">
              <a:buNone/>
            </a:pPr>
            <a:endParaRPr lang="en-GB" dirty="0"/>
          </a:p>
          <a:p>
            <a:r>
              <a:rPr lang="en-GB" dirty="0"/>
              <a:t>WAIC</a:t>
            </a:r>
          </a:p>
          <a:p>
            <a:r>
              <a:rPr lang="en-GB" dirty="0"/>
              <a:t>DIC</a:t>
            </a:r>
          </a:p>
          <a:p>
            <a:r>
              <a:rPr lang="en-GB" dirty="0"/>
              <a:t>CPO</a:t>
            </a:r>
          </a:p>
          <a:p>
            <a:r>
              <a:rPr lang="en-GB" dirty="0"/>
              <a:t>PIT</a:t>
            </a:r>
          </a:p>
          <a:p>
            <a:r>
              <a:rPr lang="en-GB" dirty="0"/>
              <a:t>PMCC (predictive model choice criteria), etc</a:t>
            </a:r>
          </a:p>
        </p:txBody>
      </p:sp>
    </p:spTree>
    <p:extLst>
      <p:ext uri="{BB962C8B-B14F-4D97-AF65-F5344CB8AC3E}">
        <p14:creationId xmlns:p14="http://schemas.microsoft.com/office/powerpoint/2010/main" val="16836346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a:extLst>
              <a:ext uri="{FF2B5EF4-FFF2-40B4-BE49-F238E27FC236}">
                <a16:creationId xmlns:a16="http://schemas.microsoft.com/office/drawing/2014/main" id="{27003C50-7872-A646-D66C-5BD9822CDF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5895" y="2054482"/>
            <a:ext cx="10083230" cy="4595222"/>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B4AFE132-EFE3-2FB4-E7DF-29CE9C2A5A0A}"/>
              </a:ext>
            </a:extLst>
          </p:cNvPr>
          <p:cNvSpPr>
            <a:spLocks noGrp="1"/>
          </p:cNvSpPr>
          <p:nvPr>
            <p:ph type="title"/>
          </p:nvPr>
        </p:nvSpPr>
        <p:spPr>
          <a:xfrm>
            <a:off x="287594" y="0"/>
            <a:ext cx="10515600" cy="824578"/>
          </a:xfrm>
        </p:spPr>
        <p:txBody>
          <a:bodyPr>
            <a:normAutofit/>
          </a:bodyPr>
          <a:lstStyle/>
          <a:p>
            <a:r>
              <a:rPr lang="en-GB" sz="4000" b="1" dirty="0">
                <a:solidFill>
                  <a:schemeClr val="bg1"/>
                </a:solidFill>
                <a:latin typeface="+mn-lt"/>
              </a:rPr>
              <a:t>Model choice and predictive performance</a:t>
            </a:r>
          </a:p>
        </p:txBody>
      </p:sp>
      <p:sp>
        <p:nvSpPr>
          <p:cNvPr id="6" name="TextBox 5">
            <a:extLst>
              <a:ext uri="{FF2B5EF4-FFF2-40B4-BE49-F238E27FC236}">
                <a16:creationId xmlns:a16="http://schemas.microsoft.com/office/drawing/2014/main" id="{2B70C349-1F06-EFD2-1B3F-3448D596CFF7}"/>
              </a:ext>
            </a:extLst>
          </p:cNvPr>
          <p:cNvSpPr txBox="1"/>
          <p:nvPr/>
        </p:nvSpPr>
        <p:spPr>
          <a:xfrm>
            <a:off x="287594" y="1130710"/>
            <a:ext cx="11147322" cy="830997"/>
          </a:xfrm>
          <a:prstGeom prst="rect">
            <a:avLst/>
          </a:prstGeom>
          <a:noFill/>
        </p:spPr>
        <p:txBody>
          <a:bodyPr wrap="square" rtlCol="0">
            <a:spAutoFit/>
          </a:bodyPr>
          <a:lstStyle/>
          <a:p>
            <a:r>
              <a:rPr lang="en-GB" sz="2400" dirty="0"/>
              <a:t>When working with geostatistical data, we would often need to use K-fold cross-validation for model choice and to assess out-of-sample predictive performance</a:t>
            </a:r>
          </a:p>
        </p:txBody>
      </p:sp>
    </p:spTree>
    <p:extLst>
      <p:ext uri="{BB962C8B-B14F-4D97-AF65-F5344CB8AC3E}">
        <p14:creationId xmlns:p14="http://schemas.microsoft.com/office/powerpoint/2010/main" val="16419991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87FB0-1184-8544-8892-F14E6A34584E}"/>
              </a:ext>
            </a:extLst>
          </p:cNvPr>
          <p:cNvSpPr>
            <a:spLocks noGrp="1"/>
          </p:cNvSpPr>
          <p:nvPr>
            <p:ph type="title"/>
          </p:nvPr>
        </p:nvSpPr>
        <p:spPr>
          <a:xfrm>
            <a:off x="307258" y="70158"/>
            <a:ext cx="10515600" cy="627932"/>
          </a:xfrm>
        </p:spPr>
        <p:txBody>
          <a:bodyPr>
            <a:normAutofit fontScale="90000"/>
          </a:bodyPr>
          <a:lstStyle/>
          <a:p>
            <a:r>
              <a:rPr lang="en-GB" sz="4000" b="1" dirty="0">
                <a:solidFill>
                  <a:schemeClr val="bg1"/>
                </a:solidFill>
                <a:latin typeface="+mn-lt"/>
              </a:rPr>
              <a:t>Extending to the spatiotemporal setting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608BB47-DE2D-0FD3-4677-382E9031330D}"/>
                  </a:ext>
                </a:extLst>
              </p:cNvPr>
              <p:cNvSpPr>
                <a:spLocks noGrp="1"/>
              </p:cNvSpPr>
              <p:nvPr>
                <p:ph idx="1"/>
              </p:nvPr>
            </p:nvSpPr>
            <p:spPr>
              <a:xfrm>
                <a:off x="838200" y="1612030"/>
                <a:ext cx="10515600" cy="4351338"/>
              </a:xfrm>
            </p:spPr>
            <p:txBody>
              <a:bodyPr>
                <a:normAutofit/>
              </a:bodyPr>
              <a:lstStyle/>
              <a:p>
                <a:r>
                  <a:rPr lang="en-GB" dirty="0"/>
                  <a:t>Letting </a:t>
                </a:r>
                <a14:m>
                  <m:oMath xmlns:m="http://schemas.openxmlformats.org/officeDocument/2006/math">
                    <m:r>
                      <a:rPr lang="en-GB" b="0" i="1" smtClean="0">
                        <a:latin typeface="Cambria Math" panose="02040503050406030204" pitchFamily="18" charset="0"/>
                      </a:rPr>
                      <m:t>𝑌</m:t>
                    </m:r>
                    <m:r>
                      <a:rPr lang="en-GB" b="0" i="1" smtClean="0">
                        <a:latin typeface="Cambria Math" panose="02040503050406030204" pitchFamily="18" charset="0"/>
                      </a:rPr>
                      <m:t>(</m:t>
                    </m:r>
                    <m:sSub>
                      <m:sSubPr>
                        <m:ctrlPr>
                          <a:rPr lang="en-GB" b="1" i="1" smtClean="0">
                            <a:latin typeface="Cambria Math" panose="02040503050406030204" pitchFamily="18" charset="0"/>
                          </a:rPr>
                        </m:ctrlPr>
                      </m:sSubPr>
                      <m:e>
                        <m:r>
                          <a:rPr lang="en-GB" b="1" i="1" smtClean="0">
                            <a:latin typeface="Cambria Math" panose="02040503050406030204" pitchFamily="18" charset="0"/>
                          </a:rPr>
                          <m:t>𝒔</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0" i="1" smtClean="0">
                        <a:latin typeface="Cambria Math" panose="02040503050406030204" pitchFamily="18" charset="0"/>
                      </a:rPr>
                      <m:t>𝑡</m:t>
                    </m:r>
                    <m:r>
                      <a:rPr lang="en-GB" b="0" i="1" smtClean="0">
                        <a:latin typeface="Cambria Math" panose="02040503050406030204" pitchFamily="18" charset="0"/>
                      </a:rPr>
                      <m:t>)</m:t>
                    </m:r>
                  </m:oMath>
                </a14:m>
                <a:r>
                  <a:rPr lang="en-GB" dirty="0"/>
                  <a:t> denote a variable measured at locations </a:t>
                </a:r>
                <a14:m>
                  <m:oMath xmlns:m="http://schemas.openxmlformats.org/officeDocument/2006/math">
                    <m:sSub>
                      <m:sSubPr>
                        <m:ctrlPr>
                          <a:rPr lang="en-GB" b="1" i="1" smtClean="0">
                            <a:latin typeface="Cambria Math" panose="02040503050406030204" pitchFamily="18" charset="0"/>
                          </a:rPr>
                        </m:ctrlPr>
                      </m:sSubPr>
                      <m:e>
                        <m:r>
                          <a:rPr lang="en-GB" b="1" i="1" smtClean="0">
                            <a:latin typeface="Cambria Math" panose="02040503050406030204" pitchFamily="18" charset="0"/>
                          </a:rPr>
                          <m:t>𝒔</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0" i="1" smtClean="0">
                        <a:latin typeface="Cambria Math" panose="02040503050406030204" pitchFamily="18" charset="0"/>
                      </a:rPr>
                      <m:t>𝑖</m:t>
                    </m:r>
                    <m:r>
                      <a:rPr lang="en-GB" b="0" i="1" smtClean="0">
                        <a:latin typeface="Cambria Math" panose="02040503050406030204" pitchFamily="18" charset="0"/>
                      </a:rPr>
                      <m:t>=1,…,</m:t>
                    </m:r>
                    <m:r>
                      <a:rPr lang="en-GB" b="0" i="1" smtClean="0">
                        <a:latin typeface="Cambria Math" panose="02040503050406030204" pitchFamily="18" charset="0"/>
                      </a:rPr>
                      <m:t>𝑛</m:t>
                    </m:r>
                    <m:r>
                      <a:rPr lang="en-GB" b="0" i="1" smtClean="0">
                        <a:latin typeface="Cambria Math" panose="02040503050406030204" pitchFamily="18" charset="0"/>
                      </a:rPr>
                      <m:t>)</m:t>
                    </m:r>
                  </m:oMath>
                </a14:m>
                <a:r>
                  <a:rPr lang="en-GB" dirty="0"/>
                  <a:t> and time points </a:t>
                </a:r>
                <a14:m>
                  <m:oMath xmlns:m="http://schemas.openxmlformats.org/officeDocument/2006/math">
                    <m:r>
                      <a:rPr lang="en-GB" b="0" i="1" smtClean="0">
                        <a:latin typeface="Cambria Math" panose="02040503050406030204" pitchFamily="18" charset="0"/>
                      </a:rPr>
                      <m:t>𝑡</m:t>
                    </m:r>
                    <m:r>
                      <a:rPr lang="en-GB" b="0" i="1" smtClean="0">
                        <a:latin typeface="Cambria Math" panose="02040503050406030204" pitchFamily="18" charset="0"/>
                      </a:rPr>
                      <m:t>(</m:t>
                    </m:r>
                    <m:r>
                      <a:rPr lang="en-GB" b="0" i="1" smtClean="0">
                        <a:latin typeface="Cambria Math" panose="02040503050406030204" pitchFamily="18" charset="0"/>
                      </a:rPr>
                      <m:t>𝑡</m:t>
                    </m:r>
                    <m:r>
                      <a:rPr lang="en-GB" b="0" i="1" smtClean="0">
                        <a:latin typeface="Cambria Math" panose="02040503050406030204" pitchFamily="18" charset="0"/>
                      </a:rPr>
                      <m:t>=1,…,</m:t>
                    </m:r>
                    <m:r>
                      <a:rPr lang="en-GB" b="0" i="1" smtClean="0">
                        <a:latin typeface="Cambria Math" panose="02040503050406030204" pitchFamily="18" charset="0"/>
                      </a:rPr>
                      <m:t>𝑇</m:t>
                    </m:r>
                    <m:r>
                      <a:rPr lang="en-GB" b="0" i="1" smtClean="0">
                        <a:latin typeface="Cambria Math" panose="02040503050406030204" pitchFamily="18" charset="0"/>
                      </a:rPr>
                      <m:t>)</m:t>
                    </m:r>
                  </m:oMath>
                </a14:m>
                <a:r>
                  <a:rPr lang="en-GB" dirty="0"/>
                  <a:t>.  </a:t>
                </a:r>
              </a:p>
              <a:p>
                <a:r>
                  <a:rPr lang="en-GB" dirty="0"/>
                  <a:t>In the Gaussian case, we can extend the model in equation (1) as follows:</a:t>
                </a:r>
              </a:p>
              <a:p>
                <a:pPr marL="0" indent="0">
                  <a:buNone/>
                </a:pPr>
                <a14:m>
                  <m:oMath xmlns:m="http://schemas.openxmlformats.org/officeDocument/2006/math">
                    <m:r>
                      <a:rPr lang="en-GB" i="1">
                        <a:latin typeface="Cambria Math" panose="02040503050406030204" pitchFamily="18" charset="0"/>
                      </a:rPr>
                      <m:t>𝑌</m:t>
                    </m:r>
                    <m:d>
                      <m:dPr>
                        <m:ctrlPr>
                          <a:rPr lang="en-GB" b="1" i="1">
                            <a:latin typeface="Cambria Math" panose="02040503050406030204" pitchFamily="18" charset="0"/>
                          </a:rPr>
                        </m:ctrlPr>
                      </m:dPr>
                      <m:e>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i="1">
                                <a:latin typeface="Cambria Math" panose="02040503050406030204" pitchFamily="18" charset="0"/>
                              </a:rPr>
                              <m:t>𝑖</m:t>
                            </m:r>
                          </m:sub>
                        </m:sSub>
                        <m:r>
                          <a:rPr lang="en-GB" b="1" i="1" smtClean="0">
                            <a:latin typeface="Cambria Math" panose="02040503050406030204" pitchFamily="18" charset="0"/>
                          </a:rPr>
                          <m:t>,</m:t>
                        </m:r>
                        <m:r>
                          <a:rPr lang="en-GB" b="0" i="1" smtClean="0">
                            <a:latin typeface="Cambria Math" panose="02040503050406030204" pitchFamily="18" charset="0"/>
                          </a:rPr>
                          <m:t>𝑡</m:t>
                        </m:r>
                      </m:e>
                    </m:d>
                    <m:r>
                      <a:rPr lang="en-GB" i="1">
                        <a:latin typeface="Cambria Math" panose="02040503050406030204" pitchFamily="18" charset="0"/>
                      </a:rPr>
                      <m:t>=</m:t>
                    </m:r>
                    <m:r>
                      <a:rPr lang="en-GB" b="1">
                        <a:latin typeface="Cambria Math" panose="02040503050406030204" pitchFamily="18" charset="0"/>
                      </a:rPr>
                      <m:t>𝐱</m:t>
                    </m:r>
                    <m:sSup>
                      <m:sSupPr>
                        <m:ctrlPr>
                          <a:rPr lang="en-GB" b="1" i="1">
                            <a:latin typeface="Cambria Math" panose="02040503050406030204" pitchFamily="18" charset="0"/>
                          </a:rPr>
                        </m:ctrlPr>
                      </m:sSupPr>
                      <m:e>
                        <m:d>
                          <m:dPr>
                            <m:ctrlPr>
                              <a:rPr lang="en-GB" b="1" i="1">
                                <a:latin typeface="Cambria Math" panose="02040503050406030204" pitchFamily="18" charset="0"/>
                              </a:rPr>
                            </m:ctrlPr>
                          </m:dPr>
                          <m:e>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i="1">
                                    <a:latin typeface="Cambria Math" panose="02040503050406030204" pitchFamily="18" charset="0"/>
                                  </a:rPr>
                                  <m:t>𝑖</m:t>
                                </m:r>
                              </m:sub>
                            </m:sSub>
                            <m:r>
                              <a:rPr lang="en-GB" i="1">
                                <a:latin typeface="Cambria Math" panose="02040503050406030204" pitchFamily="18" charset="0"/>
                              </a:rPr>
                              <m:t>,</m:t>
                            </m:r>
                            <m:r>
                              <a:rPr lang="en-GB" i="1">
                                <a:latin typeface="Cambria Math" panose="02040503050406030204" pitchFamily="18" charset="0"/>
                              </a:rPr>
                              <m:t>𝑡</m:t>
                            </m:r>
                          </m:e>
                        </m:d>
                      </m:e>
                      <m:sup>
                        <m:r>
                          <a:rPr lang="en-GB" i="1">
                            <a:latin typeface="Cambria Math" panose="02040503050406030204" pitchFamily="18" charset="0"/>
                          </a:rPr>
                          <m:t>𝑇</m:t>
                        </m:r>
                      </m:sup>
                    </m:sSup>
                    <m:r>
                      <a:rPr lang="en-GB" b="1" i="1">
                        <a:latin typeface="Cambria Math" panose="02040503050406030204" pitchFamily="18" charset="0"/>
                      </a:rPr>
                      <m:t>𝜷</m:t>
                    </m:r>
                    <m:r>
                      <a:rPr lang="en-GB" b="1" i="1">
                        <a:latin typeface="Cambria Math" panose="02040503050406030204" pitchFamily="18" charset="0"/>
                      </a:rPr>
                      <m:t>+</m:t>
                    </m:r>
                    <m:r>
                      <a:rPr lang="en-GB" i="1">
                        <a:latin typeface="Cambria Math" panose="02040503050406030204" pitchFamily="18" charset="0"/>
                      </a:rPr>
                      <m:t>𝑍</m:t>
                    </m:r>
                    <m:d>
                      <m:dPr>
                        <m:ctrlPr>
                          <a:rPr lang="en-GB" b="1" i="1">
                            <a:latin typeface="Cambria Math" panose="02040503050406030204" pitchFamily="18" charset="0"/>
                          </a:rPr>
                        </m:ctrlPr>
                      </m:dPr>
                      <m:e>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i="1">
                                <a:latin typeface="Cambria Math" panose="02040503050406030204" pitchFamily="18" charset="0"/>
                              </a:rPr>
                              <m:t>𝑖</m:t>
                            </m:r>
                          </m:sub>
                        </m:sSub>
                        <m:r>
                          <a:rPr lang="en-GB" b="1" i="1" smtClean="0">
                            <a:latin typeface="Cambria Math" panose="02040503050406030204" pitchFamily="18" charset="0"/>
                          </a:rPr>
                          <m:t>,</m:t>
                        </m:r>
                        <m:r>
                          <a:rPr lang="en-GB" b="0" i="1" smtClean="0">
                            <a:latin typeface="Cambria Math" panose="02040503050406030204" pitchFamily="18" charset="0"/>
                          </a:rPr>
                          <m:t>𝑡</m:t>
                        </m:r>
                      </m:e>
                    </m:d>
                    <m:r>
                      <a:rPr lang="en-GB" b="1" i="1">
                        <a:latin typeface="Cambria Math" panose="02040503050406030204" pitchFamily="18" charset="0"/>
                      </a:rPr>
                      <m:t>+</m:t>
                    </m:r>
                    <m:r>
                      <a:rPr lang="en-GB" i="1">
                        <a:latin typeface="Cambria Math" panose="02040503050406030204" pitchFamily="18" charset="0"/>
                      </a:rPr>
                      <m:t>𝜖</m:t>
                    </m:r>
                    <m:d>
                      <m:dPr>
                        <m:ctrlPr>
                          <a:rPr lang="en-GB" b="1" i="1">
                            <a:latin typeface="Cambria Math" panose="02040503050406030204" pitchFamily="18" charset="0"/>
                          </a:rPr>
                        </m:ctrlPr>
                      </m:dPr>
                      <m:e>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i="1">
                                <a:latin typeface="Cambria Math" panose="02040503050406030204" pitchFamily="18" charset="0"/>
                              </a:rPr>
                              <m:t>𝑖</m:t>
                            </m:r>
                          </m:sub>
                        </m:sSub>
                        <m:r>
                          <a:rPr lang="en-GB" b="1" i="1" smtClean="0">
                            <a:latin typeface="Cambria Math" panose="02040503050406030204" pitchFamily="18" charset="0"/>
                          </a:rPr>
                          <m:t>,</m:t>
                        </m:r>
                        <m:r>
                          <a:rPr lang="en-GB" b="0" i="1" smtClean="0">
                            <a:latin typeface="Cambria Math" panose="02040503050406030204" pitchFamily="18" charset="0"/>
                          </a:rPr>
                          <m:t>𝑡</m:t>
                        </m:r>
                      </m:e>
                    </m:d>
                  </m:oMath>
                </a14:m>
                <a:r>
                  <a:rPr lang="en-GB" dirty="0"/>
                  <a:t>, 				(….)</a:t>
                </a:r>
              </a:p>
              <a:p>
                <a:pPr marL="0" indent="0">
                  <a:buNone/>
                </a:pPr>
                <a:r>
                  <a:rPr lang="en-GB" dirty="0"/>
                  <a:t>where</a:t>
                </a:r>
              </a:p>
              <a:p>
                <a:pPr lvl="1"/>
                <a14:m>
                  <m:oMath xmlns:m="http://schemas.openxmlformats.org/officeDocument/2006/math">
                    <m:r>
                      <a:rPr lang="en-GB" b="1" i="1">
                        <a:latin typeface="Cambria Math" panose="02040503050406030204" pitchFamily="18" charset="0"/>
                      </a:rPr>
                      <m:t>𝐱</m:t>
                    </m:r>
                    <m:d>
                      <m:dPr>
                        <m:ctrlPr>
                          <a:rPr lang="en-GB" b="1" i="1">
                            <a:latin typeface="Cambria Math" panose="02040503050406030204" pitchFamily="18" charset="0"/>
                          </a:rPr>
                        </m:ctrlPr>
                      </m:dPr>
                      <m:e>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i="1">
                                <a:latin typeface="Cambria Math" panose="02040503050406030204" pitchFamily="18" charset="0"/>
                              </a:rPr>
                              <m:t>𝑖</m:t>
                            </m:r>
                          </m:sub>
                        </m:sSub>
                        <m:r>
                          <a:rPr lang="en-GB" b="1" i="1" smtClean="0">
                            <a:latin typeface="Cambria Math" panose="02040503050406030204" pitchFamily="18" charset="0"/>
                          </a:rPr>
                          <m:t>,</m:t>
                        </m:r>
                        <m:r>
                          <a:rPr lang="en-GB" b="0" i="1" smtClean="0">
                            <a:latin typeface="Cambria Math" panose="02040503050406030204" pitchFamily="18" charset="0"/>
                          </a:rPr>
                          <m:t>𝑡</m:t>
                        </m:r>
                      </m:e>
                    </m:d>
                  </m:oMath>
                </a14:m>
                <a:r>
                  <a:rPr lang="en-GB" dirty="0"/>
                  <a:t> is a vector of covariates and </a:t>
                </a:r>
                <a14:m>
                  <m:oMath xmlns:m="http://schemas.openxmlformats.org/officeDocument/2006/math">
                    <m:r>
                      <a:rPr lang="en-GB" b="1" i="1">
                        <a:latin typeface="Cambria Math" panose="02040503050406030204" pitchFamily="18" charset="0"/>
                      </a:rPr>
                      <m:t>𝜷</m:t>
                    </m:r>
                  </m:oMath>
                </a14:m>
                <a:r>
                  <a:rPr lang="en-GB" dirty="0"/>
                  <a:t> are the corresponding regression coefficients,</a:t>
                </a:r>
              </a:p>
              <a:p>
                <a:pPr lvl="1"/>
                <a14:m>
                  <m:oMath xmlns:m="http://schemas.openxmlformats.org/officeDocument/2006/math">
                    <m:r>
                      <a:rPr lang="en-GB" i="1">
                        <a:latin typeface="Cambria Math" panose="02040503050406030204" pitchFamily="18" charset="0"/>
                      </a:rPr>
                      <m:t>𝜖</m:t>
                    </m:r>
                    <m:d>
                      <m:dPr>
                        <m:ctrlPr>
                          <a:rPr lang="en-GB" b="1" i="1">
                            <a:latin typeface="Cambria Math" panose="02040503050406030204" pitchFamily="18" charset="0"/>
                          </a:rPr>
                        </m:ctrlPr>
                      </m:dPr>
                      <m:e>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i="1">
                                <a:latin typeface="Cambria Math" panose="02040503050406030204" pitchFamily="18" charset="0"/>
                              </a:rPr>
                              <m:t>𝑖</m:t>
                            </m:r>
                          </m:sub>
                        </m:sSub>
                        <m:r>
                          <a:rPr lang="en-GB" b="1" i="1" smtClean="0">
                            <a:latin typeface="Cambria Math" panose="02040503050406030204" pitchFamily="18" charset="0"/>
                          </a:rPr>
                          <m:t>,</m:t>
                        </m:r>
                        <m:r>
                          <a:rPr lang="en-GB" b="0" i="1" smtClean="0">
                            <a:latin typeface="Cambria Math" panose="02040503050406030204" pitchFamily="18" charset="0"/>
                          </a:rPr>
                          <m:t>𝑡</m:t>
                        </m:r>
                      </m:e>
                    </m:d>
                  </m:oMath>
                </a14:m>
                <a:r>
                  <a:rPr lang="en-GB" dirty="0"/>
                  <a:t> is an </a:t>
                </a:r>
                <a:r>
                  <a:rPr lang="en-GB" dirty="0" err="1"/>
                  <a:t>iid</a:t>
                </a:r>
                <a:r>
                  <a:rPr lang="en-GB" dirty="0"/>
                  <a:t> error term, i.e., </a:t>
                </a:r>
                <a14:m>
                  <m:oMath xmlns:m="http://schemas.openxmlformats.org/officeDocument/2006/math">
                    <m:r>
                      <a:rPr lang="en-GB" i="1">
                        <a:latin typeface="Cambria Math" panose="02040503050406030204" pitchFamily="18" charset="0"/>
                      </a:rPr>
                      <m:t>𝜖</m:t>
                    </m:r>
                    <m:d>
                      <m:dPr>
                        <m:ctrlPr>
                          <a:rPr lang="en-GB" b="1" i="1">
                            <a:latin typeface="Cambria Math" panose="02040503050406030204" pitchFamily="18" charset="0"/>
                          </a:rPr>
                        </m:ctrlPr>
                      </m:dPr>
                      <m:e>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i="1">
                                <a:latin typeface="Cambria Math" panose="02040503050406030204" pitchFamily="18" charset="0"/>
                              </a:rPr>
                              <m:t>𝑖</m:t>
                            </m:r>
                          </m:sub>
                        </m:sSub>
                        <m:r>
                          <a:rPr lang="en-GB" b="1" i="1" smtClean="0">
                            <a:latin typeface="Cambria Math" panose="02040503050406030204" pitchFamily="18" charset="0"/>
                          </a:rPr>
                          <m:t>,</m:t>
                        </m:r>
                        <m:r>
                          <a:rPr lang="en-GB" b="0" i="1" smtClean="0">
                            <a:latin typeface="Cambria Math" panose="02040503050406030204" pitchFamily="18" charset="0"/>
                          </a:rPr>
                          <m:t>𝑡</m:t>
                        </m:r>
                      </m:e>
                    </m:d>
                    <m:r>
                      <a:rPr lang="en-GB" b="1" i="1">
                        <a:latin typeface="Cambria Math" panose="02040503050406030204" pitchFamily="18" charset="0"/>
                      </a:rPr>
                      <m:t>∼</m:t>
                    </m:r>
                    <m:r>
                      <a:rPr lang="en-GB" i="1">
                        <a:latin typeface="Cambria Math" panose="02040503050406030204" pitchFamily="18" charset="0"/>
                      </a:rPr>
                      <m:t>𝑁</m:t>
                    </m:r>
                    <m:r>
                      <a:rPr lang="en-GB" b="1" i="1">
                        <a:latin typeface="Cambria Math" panose="02040503050406030204" pitchFamily="18" charset="0"/>
                      </a:rPr>
                      <m:t>(</m:t>
                    </m:r>
                    <m:r>
                      <a:rPr lang="en-GB" i="1">
                        <a:latin typeface="Cambria Math" panose="02040503050406030204" pitchFamily="18" charset="0"/>
                      </a:rPr>
                      <m:t>0,</m:t>
                    </m:r>
                    <m:sSup>
                      <m:sSupPr>
                        <m:ctrlPr>
                          <a:rPr lang="en-GB" i="1">
                            <a:latin typeface="Cambria Math" panose="02040503050406030204" pitchFamily="18" charset="0"/>
                          </a:rPr>
                        </m:ctrlPr>
                      </m:sSupPr>
                      <m:e>
                        <m:r>
                          <a:rPr lang="en-GB" i="1">
                            <a:latin typeface="Cambria Math" panose="02040503050406030204" pitchFamily="18" charset="0"/>
                          </a:rPr>
                          <m:t>𝜏</m:t>
                        </m:r>
                      </m:e>
                      <m:sup>
                        <m:r>
                          <a:rPr lang="en-GB" i="1">
                            <a:latin typeface="Cambria Math" panose="02040503050406030204" pitchFamily="18" charset="0"/>
                          </a:rPr>
                          <m:t>2</m:t>
                        </m:r>
                      </m:sup>
                    </m:sSup>
                    <m:r>
                      <a:rPr lang="en-GB" b="1" i="1">
                        <a:latin typeface="Cambria Math" panose="02040503050406030204" pitchFamily="18" charset="0"/>
                      </a:rPr>
                      <m:t>)</m:t>
                    </m:r>
                  </m:oMath>
                </a14:m>
                <a:r>
                  <a:rPr lang="en-GB" dirty="0"/>
                  <a:t>, with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𝜏</m:t>
                        </m:r>
                      </m:e>
                      <m:sup>
                        <m:r>
                          <a:rPr lang="en-GB" i="1">
                            <a:latin typeface="Cambria Math" panose="02040503050406030204" pitchFamily="18" charset="0"/>
                          </a:rPr>
                          <m:t>2</m:t>
                        </m:r>
                      </m:sup>
                    </m:sSup>
                    <m:r>
                      <a:rPr lang="en-GB" i="1">
                        <a:latin typeface="Cambria Math" panose="02040503050406030204" pitchFamily="18" charset="0"/>
                      </a:rPr>
                      <m:t> </m:t>
                    </m:r>
                  </m:oMath>
                </a14:m>
                <a:r>
                  <a:rPr lang="en-GB" dirty="0"/>
                  <a:t>known as the nugget effect</a:t>
                </a:r>
              </a:p>
              <a:p>
                <a:pPr marL="0" indent="0">
                  <a:buNone/>
                </a:pPr>
                <a:endParaRPr lang="en-GB" dirty="0"/>
              </a:p>
            </p:txBody>
          </p:sp>
        </mc:Choice>
        <mc:Fallback xmlns="">
          <p:sp>
            <p:nvSpPr>
              <p:cNvPr id="3" name="Content Placeholder 2">
                <a:extLst>
                  <a:ext uri="{FF2B5EF4-FFF2-40B4-BE49-F238E27FC236}">
                    <a16:creationId xmlns:a16="http://schemas.microsoft.com/office/drawing/2014/main" id="{A608BB47-DE2D-0FD3-4677-382E9031330D}"/>
                  </a:ext>
                </a:extLst>
              </p:cNvPr>
              <p:cNvSpPr>
                <a:spLocks noGrp="1" noRot="1" noChangeAspect="1" noMove="1" noResize="1" noEditPoints="1" noAdjustHandles="1" noChangeArrowheads="1" noChangeShapeType="1" noTextEdit="1"/>
              </p:cNvSpPr>
              <p:nvPr>
                <p:ph idx="1"/>
              </p:nvPr>
            </p:nvSpPr>
            <p:spPr>
              <a:xfrm>
                <a:off x="838200" y="1612030"/>
                <a:ext cx="10515600" cy="4351338"/>
              </a:xfrm>
              <a:blipFill>
                <a:blip r:embed="rId2"/>
                <a:stretch>
                  <a:fillRect l="-1217" t="-2381" b="-280"/>
                </a:stretch>
              </a:blipFill>
            </p:spPr>
            <p:txBody>
              <a:bodyPr/>
              <a:lstStyle/>
              <a:p>
                <a:r>
                  <a:rPr lang="en-GB">
                    <a:noFill/>
                  </a:rPr>
                  <a:t> </a:t>
                </a:r>
              </a:p>
            </p:txBody>
          </p:sp>
        </mc:Fallback>
      </mc:AlternateContent>
    </p:spTree>
    <p:extLst>
      <p:ext uri="{BB962C8B-B14F-4D97-AF65-F5344CB8AC3E}">
        <p14:creationId xmlns:p14="http://schemas.microsoft.com/office/powerpoint/2010/main" val="37592770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F396261-B770-F211-4B6A-F13F9FF5242E}"/>
                  </a:ext>
                </a:extLst>
              </p:cNvPr>
              <p:cNvSpPr>
                <a:spLocks noGrp="1"/>
              </p:cNvSpPr>
              <p:nvPr>
                <p:ph idx="1"/>
              </p:nvPr>
            </p:nvSpPr>
            <p:spPr>
              <a:xfrm>
                <a:off x="749709" y="1533370"/>
                <a:ext cx="11137490" cy="4802187"/>
              </a:xfrm>
            </p:spPr>
            <p:txBody>
              <a:bodyPr>
                <a:normAutofit fontScale="92500" lnSpcReduction="20000"/>
              </a:bodyPr>
              <a:lstStyle/>
              <a:p>
                <a14:m>
                  <m:oMath xmlns:m="http://schemas.openxmlformats.org/officeDocument/2006/math">
                    <m:r>
                      <a:rPr lang="en-GB" i="1" smtClean="0">
                        <a:latin typeface="Cambria Math" panose="02040503050406030204" pitchFamily="18" charset="0"/>
                      </a:rPr>
                      <m:t>𝑍</m:t>
                    </m:r>
                    <m:d>
                      <m:dPr>
                        <m:ctrlPr>
                          <a:rPr lang="en-GB" b="1" i="1">
                            <a:latin typeface="Cambria Math" panose="02040503050406030204" pitchFamily="18" charset="0"/>
                          </a:rPr>
                        </m:ctrlPr>
                      </m:dPr>
                      <m:e>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i="1">
                                <a:latin typeface="Cambria Math" panose="02040503050406030204" pitchFamily="18" charset="0"/>
                              </a:rPr>
                              <m:t>𝑖</m:t>
                            </m:r>
                          </m:sub>
                        </m:sSub>
                        <m:r>
                          <a:rPr lang="en-GB" b="1" i="1" smtClean="0">
                            <a:latin typeface="Cambria Math" panose="02040503050406030204" pitchFamily="18" charset="0"/>
                          </a:rPr>
                          <m:t>,</m:t>
                        </m:r>
                        <m:r>
                          <a:rPr lang="en-GB" b="0" i="1" smtClean="0">
                            <a:latin typeface="Cambria Math" panose="02040503050406030204" pitchFamily="18" charset="0"/>
                          </a:rPr>
                          <m:t>𝑡</m:t>
                        </m:r>
                      </m:e>
                    </m:d>
                  </m:oMath>
                </a14:m>
                <a:r>
                  <a:rPr lang="en-GB" dirty="0"/>
                  <a:t> is a zero-mean stationary spatiotemporal Gaussian process/random effect capturing residual spatiotemporal correlation, i.e., </a:t>
                </a:r>
                <a:endParaRPr lang="en-GB" b="0" i="1" dirty="0">
                  <a:latin typeface="Cambria Math" panose="02040503050406030204" pitchFamily="18" charset="0"/>
                </a:endParaRPr>
              </a:p>
              <a:p>
                <a:pPr marL="0" indent="0">
                  <a:buNone/>
                </a:pPr>
                <a14:m>
                  <m:oMath xmlns:m="http://schemas.openxmlformats.org/officeDocument/2006/math">
                    <m:sSup>
                      <m:sSupPr>
                        <m:ctrlPr>
                          <a:rPr lang="en-GB" i="1">
                            <a:latin typeface="Cambria Math" panose="02040503050406030204" pitchFamily="18" charset="0"/>
                          </a:rPr>
                        </m:ctrlPr>
                      </m:sSupPr>
                      <m:e>
                        <m:d>
                          <m:dPr>
                            <m:ctrlPr>
                              <a:rPr lang="en-GB" i="1">
                                <a:latin typeface="Cambria Math" panose="02040503050406030204" pitchFamily="18" charset="0"/>
                              </a:rPr>
                            </m:ctrlPr>
                          </m:dPr>
                          <m:e>
                            <m:r>
                              <a:rPr lang="en-GB" i="1">
                                <a:latin typeface="Cambria Math" panose="02040503050406030204" pitchFamily="18" charset="0"/>
                              </a:rPr>
                              <m:t>𝑍</m:t>
                            </m:r>
                            <m:d>
                              <m:dPr>
                                <m:ctrlPr>
                                  <a:rPr lang="en-GB" b="1" i="1">
                                    <a:latin typeface="Cambria Math" panose="02040503050406030204" pitchFamily="18" charset="0"/>
                                  </a:rPr>
                                </m:ctrlPr>
                              </m:dPr>
                              <m:e>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b="0" i="1" smtClean="0">
                                        <a:latin typeface="Cambria Math" panose="02040503050406030204" pitchFamily="18" charset="0"/>
                                      </a:rPr>
                                      <m:t>1</m:t>
                                    </m:r>
                                  </m:sub>
                                </m:sSub>
                                <m:r>
                                  <a:rPr lang="en-GB" b="1" i="1">
                                    <a:latin typeface="Cambria Math" panose="02040503050406030204" pitchFamily="18" charset="0"/>
                                  </a:rPr>
                                  <m:t>,</m:t>
                                </m:r>
                                <m:r>
                                  <a:rPr lang="en-GB" b="0" i="1" smtClean="0">
                                    <a:latin typeface="Cambria Math" panose="02040503050406030204" pitchFamily="18" charset="0"/>
                                  </a:rPr>
                                  <m:t>1</m:t>
                                </m:r>
                              </m:e>
                            </m:d>
                            <m:r>
                              <a:rPr lang="en-GB" b="1" i="1" smtClean="0">
                                <a:latin typeface="Cambria Math" panose="02040503050406030204" pitchFamily="18" charset="0"/>
                              </a:rPr>
                              <m:t>,…,</m:t>
                            </m:r>
                            <m:r>
                              <a:rPr lang="en-GB" i="1">
                                <a:latin typeface="Cambria Math" panose="02040503050406030204" pitchFamily="18" charset="0"/>
                              </a:rPr>
                              <m:t>𝑍</m:t>
                            </m:r>
                            <m:d>
                              <m:dPr>
                                <m:ctrlPr>
                                  <a:rPr lang="en-GB" b="1" i="1">
                                    <a:latin typeface="Cambria Math" panose="02040503050406030204" pitchFamily="18" charset="0"/>
                                  </a:rPr>
                                </m:ctrlPr>
                              </m:dPr>
                              <m:e>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b="0" i="1" smtClean="0">
                                        <a:latin typeface="Cambria Math" panose="02040503050406030204" pitchFamily="18" charset="0"/>
                                      </a:rPr>
                                      <m:t>𝑛</m:t>
                                    </m:r>
                                  </m:sub>
                                </m:sSub>
                                <m:r>
                                  <a:rPr lang="en-GB" b="1" i="1">
                                    <a:latin typeface="Cambria Math" panose="02040503050406030204" pitchFamily="18" charset="0"/>
                                  </a:rPr>
                                  <m:t>,</m:t>
                                </m:r>
                                <m:r>
                                  <a:rPr lang="en-GB" b="0" i="1" smtClean="0">
                                    <a:latin typeface="Cambria Math" panose="02040503050406030204" pitchFamily="18" charset="0"/>
                                  </a:rPr>
                                  <m:t>1</m:t>
                                </m:r>
                              </m:e>
                            </m:d>
                            <m:r>
                              <a:rPr lang="en-GB" b="1" i="1" smtClean="0">
                                <a:latin typeface="Cambria Math" panose="02040503050406030204" pitchFamily="18" charset="0"/>
                              </a:rPr>
                              <m:t>,</m:t>
                            </m:r>
                            <m:r>
                              <a:rPr lang="en-GB" i="1">
                                <a:latin typeface="Cambria Math" panose="02040503050406030204" pitchFamily="18" charset="0"/>
                              </a:rPr>
                              <m:t>𝑍</m:t>
                            </m:r>
                            <m:d>
                              <m:dPr>
                                <m:ctrlPr>
                                  <a:rPr lang="en-GB" b="1" i="1">
                                    <a:latin typeface="Cambria Math" panose="02040503050406030204" pitchFamily="18" charset="0"/>
                                  </a:rPr>
                                </m:ctrlPr>
                              </m:dPr>
                              <m:e>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b="0" i="1" smtClean="0">
                                        <a:latin typeface="Cambria Math" panose="02040503050406030204" pitchFamily="18" charset="0"/>
                                      </a:rPr>
                                      <m:t>1</m:t>
                                    </m:r>
                                  </m:sub>
                                </m:sSub>
                                <m:r>
                                  <a:rPr lang="en-GB" b="1" i="1">
                                    <a:latin typeface="Cambria Math" panose="02040503050406030204" pitchFamily="18" charset="0"/>
                                  </a:rPr>
                                  <m:t>,</m:t>
                                </m:r>
                                <m:r>
                                  <a:rPr lang="en-GB" b="0" i="1" smtClean="0">
                                    <a:latin typeface="Cambria Math" panose="02040503050406030204" pitchFamily="18" charset="0"/>
                                  </a:rPr>
                                  <m:t>2</m:t>
                                </m:r>
                              </m:e>
                            </m:d>
                            <m:r>
                              <a:rPr lang="en-GB" b="1" i="1" smtClean="0">
                                <a:latin typeface="Cambria Math" panose="02040503050406030204" pitchFamily="18" charset="0"/>
                              </a:rPr>
                              <m:t>,…,</m:t>
                            </m:r>
                            <m:r>
                              <a:rPr lang="en-GB" i="1">
                                <a:latin typeface="Cambria Math" panose="02040503050406030204" pitchFamily="18" charset="0"/>
                              </a:rPr>
                              <m:t>𝑍</m:t>
                            </m:r>
                            <m:d>
                              <m:dPr>
                                <m:ctrlPr>
                                  <a:rPr lang="en-GB" b="1" i="1">
                                    <a:latin typeface="Cambria Math" panose="02040503050406030204" pitchFamily="18" charset="0"/>
                                  </a:rPr>
                                </m:ctrlPr>
                              </m:dPr>
                              <m:e>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b="0" i="1" smtClean="0">
                                        <a:latin typeface="Cambria Math" panose="02040503050406030204" pitchFamily="18" charset="0"/>
                                      </a:rPr>
                                      <m:t>𝑛</m:t>
                                    </m:r>
                                  </m:sub>
                                </m:sSub>
                                <m:r>
                                  <a:rPr lang="en-GB" b="1" i="1">
                                    <a:latin typeface="Cambria Math" panose="02040503050406030204" pitchFamily="18" charset="0"/>
                                  </a:rPr>
                                  <m:t>,</m:t>
                                </m:r>
                                <m:r>
                                  <a:rPr lang="en-GB" b="0" i="1" smtClean="0">
                                    <a:latin typeface="Cambria Math" panose="02040503050406030204" pitchFamily="18" charset="0"/>
                                  </a:rPr>
                                  <m:t>𝑇</m:t>
                                </m:r>
                              </m:e>
                            </m:d>
                          </m:e>
                        </m:d>
                      </m:e>
                      <m:sup>
                        <m:r>
                          <a:rPr lang="en-GB" b="0" i="1" smtClean="0">
                            <a:latin typeface="Cambria Math" panose="02040503050406030204" pitchFamily="18" charset="0"/>
                          </a:rPr>
                          <m:t>𝑇</m:t>
                        </m:r>
                      </m:sup>
                    </m:sSup>
                    <m:r>
                      <a:rPr lang="en-GB" b="0" i="1" smtClean="0">
                        <a:latin typeface="Cambria Math" panose="02040503050406030204" pitchFamily="18" charset="0"/>
                      </a:rPr>
                      <m:t>∼</m:t>
                    </m:r>
                    <m:r>
                      <a:rPr lang="en-GB" b="0" i="1" smtClean="0">
                        <a:latin typeface="Cambria Math" panose="02040503050406030204" pitchFamily="18" charset="0"/>
                      </a:rPr>
                      <m:t>𝑁</m:t>
                    </m:r>
                    <m:r>
                      <a:rPr lang="en-GB" b="0" i="1" smtClean="0">
                        <a:latin typeface="Cambria Math" panose="02040503050406030204" pitchFamily="18" charset="0"/>
                      </a:rPr>
                      <m:t>(</m:t>
                    </m:r>
                    <m:r>
                      <a:rPr lang="en-GB" b="1" i="1" smtClean="0">
                        <a:latin typeface="Cambria Math" panose="02040503050406030204" pitchFamily="18" charset="0"/>
                      </a:rPr>
                      <m:t>𝟎</m:t>
                    </m:r>
                    <m:r>
                      <a:rPr lang="en-GB" b="0" i="1" smtClean="0">
                        <a:latin typeface="Cambria Math" panose="02040503050406030204" pitchFamily="18" charset="0"/>
                      </a:rPr>
                      <m:t>, </m:t>
                    </m:r>
                    <m:sSub>
                      <m:sSubPr>
                        <m:ctrlPr>
                          <a:rPr lang="en-GB" b="1" i="0" smtClean="0">
                            <a:latin typeface="Cambria Math" panose="02040503050406030204" pitchFamily="18" charset="0"/>
                          </a:rPr>
                        </m:ctrlPr>
                      </m:sSubPr>
                      <m:e>
                        <m:r>
                          <a:rPr lang="en-GB" b="1" i="0" smtClean="0">
                            <a:latin typeface="Cambria Math" panose="02040503050406030204" pitchFamily="18" charset="0"/>
                          </a:rPr>
                          <m:t>𝚺</m:t>
                        </m:r>
                      </m:e>
                      <m:sub>
                        <m:r>
                          <a:rPr lang="en-GB" b="0" i="1" smtClean="0">
                            <a:latin typeface="Cambria Math" panose="02040503050406030204" pitchFamily="18" charset="0"/>
                          </a:rPr>
                          <m:t>𝑍</m:t>
                        </m:r>
                      </m:sub>
                    </m:sSub>
                    <m:r>
                      <a:rPr lang="en-GB" b="0" i="1" smtClean="0">
                        <a:latin typeface="Cambria Math" panose="02040503050406030204" pitchFamily="18" charset="0"/>
                      </a:rPr>
                      <m:t>)</m:t>
                    </m:r>
                  </m:oMath>
                </a14:m>
                <a:r>
                  <a:rPr lang="en-GB" dirty="0"/>
                  <a:t>, </a:t>
                </a:r>
              </a:p>
              <a:p>
                <a:pPr marL="0" indent="0">
                  <a:buNone/>
                </a:pPr>
                <a:r>
                  <a:rPr lang="en-GB" dirty="0"/>
                  <a:t>where </a:t>
                </a:r>
                <a14:m>
                  <m:oMath xmlns:m="http://schemas.openxmlformats.org/officeDocument/2006/math">
                    <m:sSub>
                      <m:sSubPr>
                        <m:ctrlPr>
                          <a:rPr lang="en-GB" b="1">
                            <a:latin typeface="Cambria Math" panose="02040503050406030204" pitchFamily="18" charset="0"/>
                          </a:rPr>
                        </m:ctrlPr>
                      </m:sSubPr>
                      <m:e>
                        <m:r>
                          <a:rPr lang="en-GB" b="1">
                            <a:latin typeface="Cambria Math" panose="02040503050406030204" pitchFamily="18" charset="0"/>
                          </a:rPr>
                          <m:t>𝚺</m:t>
                        </m:r>
                      </m:e>
                      <m:sub>
                        <m:r>
                          <a:rPr lang="en-GB" i="1">
                            <a:latin typeface="Cambria Math" panose="02040503050406030204" pitchFamily="18" charset="0"/>
                          </a:rPr>
                          <m:t>𝑍</m:t>
                        </m:r>
                      </m:sub>
                    </m:sSub>
                  </m:oMath>
                </a14:m>
                <a:r>
                  <a:rPr lang="en-GB" dirty="0"/>
                  <a:t> is the </a:t>
                </a:r>
                <a14:m>
                  <m:oMath xmlns:m="http://schemas.openxmlformats.org/officeDocument/2006/math">
                    <m:r>
                      <a:rPr lang="en-GB" b="0" i="1" smtClean="0">
                        <a:latin typeface="Cambria Math" panose="02040503050406030204" pitchFamily="18" charset="0"/>
                      </a:rPr>
                      <m:t>𝑛𝑇</m:t>
                    </m:r>
                    <m:r>
                      <a:rPr lang="en-GB" b="0" i="1" smtClean="0">
                        <a:latin typeface="Cambria Math" panose="02040503050406030204" pitchFamily="18" charset="0"/>
                      </a:rPr>
                      <m:t>×</m:t>
                    </m:r>
                    <m:r>
                      <a:rPr lang="en-GB" b="0" i="1" smtClean="0">
                        <a:latin typeface="Cambria Math" panose="02040503050406030204" pitchFamily="18" charset="0"/>
                      </a:rPr>
                      <m:t>𝑛𝑇</m:t>
                    </m:r>
                  </m:oMath>
                </a14:m>
                <a:r>
                  <a:rPr lang="en-GB" dirty="0"/>
                  <a:t> spatiotemporal covariance matrix</a:t>
                </a:r>
              </a:p>
              <a:p>
                <a:pPr marL="0" indent="0">
                  <a:buNone/>
                </a:pPr>
                <a:endParaRPr lang="en-GB" dirty="0"/>
              </a:p>
              <a:p>
                <a:r>
                  <a:rPr lang="en-GB" dirty="0"/>
                  <a:t>We model </a:t>
                </a:r>
                <a14:m>
                  <m:oMath xmlns:m="http://schemas.openxmlformats.org/officeDocument/2006/math">
                    <m:sSub>
                      <m:sSubPr>
                        <m:ctrlPr>
                          <a:rPr lang="en-GB" b="1">
                            <a:latin typeface="Cambria Math" panose="02040503050406030204" pitchFamily="18" charset="0"/>
                          </a:rPr>
                        </m:ctrlPr>
                      </m:sSubPr>
                      <m:e>
                        <m:r>
                          <a:rPr lang="en-GB" b="1">
                            <a:latin typeface="Cambria Math" panose="02040503050406030204" pitchFamily="18" charset="0"/>
                          </a:rPr>
                          <m:t>𝚺</m:t>
                        </m:r>
                      </m:e>
                      <m:sub>
                        <m:r>
                          <a:rPr lang="en-GB" i="1">
                            <a:latin typeface="Cambria Math" panose="02040503050406030204" pitchFamily="18" charset="0"/>
                          </a:rPr>
                          <m:t>𝑍</m:t>
                        </m:r>
                      </m:sub>
                    </m:sSub>
                  </m:oMath>
                </a14:m>
                <a:r>
                  <a:rPr lang="en-GB" dirty="0"/>
                  <a:t> using </a:t>
                </a:r>
                <a:r>
                  <a:rPr lang="en-GB" b="1" dirty="0">
                    <a:solidFill>
                      <a:schemeClr val="tx2">
                        <a:lumMod val="75000"/>
                        <a:lumOff val="25000"/>
                      </a:schemeClr>
                    </a:solidFill>
                  </a:rPr>
                  <a:t>separable</a:t>
                </a:r>
                <a:r>
                  <a:rPr lang="en-GB" b="1" dirty="0"/>
                  <a:t> </a:t>
                </a:r>
                <a:r>
                  <a:rPr lang="en-GB" dirty="0"/>
                  <a:t>covariance function as </a:t>
                </a:r>
              </a:p>
              <a:p>
                <a:pPr marL="0" indent="0" algn="ctr">
                  <a:buNone/>
                </a:pPr>
                <a14:m>
                  <m:oMath xmlns:m="http://schemas.openxmlformats.org/officeDocument/2006/math">
                    <m:sSub>
                      <m:sSubPr>
                        <m:ctrlPr>
                          <a:rPr lang="en-GB" b="1">
                            <a:latin typeface="Cambria Math" panose="02040503050406030204" pitchFamily="18" charset="0"/>
                          </a:rPr>
                        </m:ctrlPr>
                      </m:sSubPr>
                      <m:e>
                        <m:r>
                          <a:rPr lang="en-GB" b="1">
                            <a:latin typeface="Cambria Math" panose="02040503050406030204" pitchFamily="18" charset="0"/>
                          </a:rPr>
                          <m:t>𝚺</m:t>
                        </m:r>
                      </m:e>
                      <m:sub>
                        <m:r>
                          <a:rPr lang="en-GB" i="1">
                            <a:latin typeface="Cambria Math" panose="02040503050406030204" pitchFamily="18" charset="0"/>
                          </a:rPr>
                          <m:t>𝑍</m:t>
                        </m:r>
                      </m:sub>
                    </m:sSub>
                    <m:r>
                      <a:rPr lang="en-GB" b="1" i="1" smtClean="0">
                        <a:latin typeface="Cambria Math" panose="02040503050406030204" pitchFamily="18" charset="0"/>
                      </a:rPr>
                      <m:t>=</m:t>
                    </m:r>
                    <m:sSub>
                      <m:sSubPr>
                        <m:ctrlPr>
                          <a:rPr lang="en-GB" b="1" i="0" smtClean="0">
                            <a:latin typeface="Cambria Math" panose="02040503050406030204" pitchFamily="18" charset="0"/>
                          </a:rPr>
                        </m:ctrlPr>
                      </m:sSubPr>
                      <m:e>
                        <m:r>
                          <a:rPr lang="en-GB" b="1" i="0" smtClean="0">
                            <a:latin typeface="Cambria Math" panose="02040503050406030204" pitchFamily="18" charset="0"/>
                          </a:rPr>
                          <m:t>𝚺</m:t>
                        </m:r>
                      </m:e>
                      <m:sub>
                        <m:r>
                          <a:rPr lang="en-GB" b="0" i="1" smtClean="0">
                            <a:latin typeface="Cambria Math" panose="02040503050406030204" pitchFamily="18" charset="0"/>
                          </a:rPr>
                          <m:t>𝑠</m:t>
                        </m:r>
                      </m:sub>
                    </m:sSub>
                    <m:r>
                      <a:rPr lang="en-GB" b="1" i="1" smtClean="0">
                        <a:latin typeface="Cambria Math" panose="02040503050406030204" pitchFamily="18" charset="0"/>
                        <a:ea typeface="Cambria Math" panose="02040503050406030204" pitchFamily="18" charset="0"/>
                      </a:rPr>
                      <m:t>⊗</m:t>
                    </m:r>
                    <m:sSub>
                      <m:sSubPr>
                        <m:ctrlPr>
                          <a:rPr lang="en-GB" b="1" i="0" smtClean="0">
                            <a:latin typeface="Cambria Math" panose="02040503050406030204" pitchFamily="18" charset="0"/>
                            <a:ea typeface="Cambria Math" panose="02040503050406030204" pitchFamily="18" charset="0"/>
                          </a:rPr>
                        </m:ctrlPr>
                      </m:sSubPr>
                      <m:e>
                        <m:r>
                          <a:rPr lang="en-GB" b="1" i="0" smtClean="0">
                            <a:latin typeface="Cambria Math" panose="02040503050406030204" pitchFamily="18" charset="0"/>
                            <a:ea typeface="Cambria Math" panose="02040503050406030204" pitchFamily="18" charset="0"/>
                          </a:rPr>
                          <m:t>𝚺</m:t>
                        </m:r>
                      </m:e>
                      <m:sub>
                        <m:r>
                          <a:rPr lang="en-GB" b="0" i="1" smtClean="0">
                            <a:latin typeface="Cambria Math" panose="02040503050406030204" pitchFamily="18" charset="0"/>
                            <a:ea typeface="Cambria Math" panose="02040503050406030204" pitchFamily="18" charset="0"/>
                          </a:rPr>
                          <m:t>𝑡</m:t>
                        </m:r>
                      </m:sub>
                    </m:sSub>
                  </m:oMath>
                </a14:m>
                <a:r>
                  <a:rPr lang="en-GB" dirty="0"/>
                  <a:t>,</a:t>
                </a:r>
              </a:p>
              <a:p>
                <a:pPr marL="0" indent="0">
                  <a:buNone/>
                </a:pPr>
                <a:r>
                  <a:rPr lang="en-GB" dirty="0"/>
                  <a:t>where </a:t>
                </a:r>
                <a14:m>
                  <m:oMath xmlns:m="http://schemas.openxmlformats.org/officeDocument/2006/math">
                    <m:sSub>
                      <m:sSubPr>
                        <m:ctrlPr>
                          <a:rPr lang="en-GB" b="1">
                            <a:latin typeface="Cambria Math" panose="02040503050406030204" pitchFamily="18" charset="0"/>
                          </a:rPr>
                        </m:ctrlPr>
                      </m:sSubPr>
                      <m:e>
                        <m:r>
                          <a:rPr lang="en-GB" b="1">
                            <a:latin typeface="Cambria Math" panose="02040503050406030204" pitchFamily="18" charset="0"/>
                          </a:rPr>
                          <m:t>𝚺</m:t>
                        </m:r>
                      </m:e>
                      <m:sub>
                        <m:r>
                          <a:rPr lang="en-GB" i="1">
                            <a:latin typeface="Cambria Math" panose="02040503050406030204" pitchFamily="18" charset="0"/>
                          </a:rPr>
                          <m:t>𝑠</m:t>
                        </m:r>
                      </m:sub>
                    </m:sSub>
                    <m:r>
                      <a:rPr lang="en-GB" b="1" i="1" smtClean="0">
                        <a:latin typeface="Cambria Math" panose="02040503050406030204" pitchFamily="18" charset="0"/>
                      </a:rPr>
                      <m:t>(</m:t>
                    </m:r>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𝜎</m:t>
                        </m:r>
                      </m:e>
                      <m:sub>
                        <m:r>
                          <a:rPr lang="en-GB" b="0" i="1" smtClean="0">
                            <a:latin typeface="Cambria Math" panose="02040503050406030204" pitchFamily="18" charset="0"/>
                          </a:rPr>
                          <m:t>𝑠</m:t>
                        </m:r>
                      </m:sub>
                      <m:sup>
                        <m:r>
                          <a:rPr lang="en-GB" b="0" i="1" smtClean="0">
                            <a:latin typeface="Cambria Math" panose="02040503050406030204" pitchFamily="18" charset="0"/>
                          </a:rPr>
                          <m:t>2</m:t>
                        </m:r>
                      </m:sup>
                    </m:sSubSup>
                    <m:r>
                      <a:rPr lang="en-GB" b="1" i="1" smtClean="0">
                        <a:latin typeface="Cambria Math" panose="02040503050406030204" pitchFamily="18" charset="0"/>
                      </a:rPr>
                      <m:t>,</m:t>
                    </m:r>
                    <m:r>
                      <a:rPr lang="en-GB" b="0" i="1" smtClean="0">
                        <a:latin typeface="Cambria Math" panose="02040503050406030204" pitchFamily="18" charset="0"/>
                      </a:rPr>
                      <m:t>𝑟</m:t>
                    </m:r>
                    <m:r>
                      <a:rPr lang="en-GB" b="1" i="1" smtClean="0">
                        <a:latin typeface="Cambria Math" panose="02040503050406030204" pitchFamily="18" charset="0"/>
                      </a:rPr>
                      <m:t>)</m:t>
                    </m:r>
                  </m:oMath>
                </a14:m>
                <a:r>
                  <a:rPr lang="en-GB" dirty="0"/>
                  <a:t> follows the Matern covariance structure described previously, and </a:t>
                </a:r>
                <a:endParaRPr lang="en-GB" b="1" i="1" dirty="0">
                  <a:latin typeface="Cambria Math" panose="02040503050406030204" pitchFamily="18" charset="0"/>
                  <a:ea typeface="Cambria Math" panose="02040503050406030204" pitchFamily="18" charset="0"/>
                </a:endParaRPr>
              </a:p>
              <a:p>
                <a:pPr marL="0" indent="0">
                  <a:buNone/>
                </a:pPr>
                <a14:m>
                  <m:oMath xmlns:m="http://schemas.openxmlformats.org/officeDocument/2006/math">
                    <m:sSub>
                      <m:sSubPr>
                        <m:ctrlPr>
                          <a:rPr lang="en-GB" b="1">
                            <a:latin typeface="Cambria Math" panose="02040503050406030204" pitchFamily="18" charset="0"/>
                            <a:ea typeface="Cambria Math" panose="02040503050406030204" pitchFamily="18" charset="0"/>
                          </a:rPr>
                        </m:ctrlPr>
                      </m:sSubPr>
                      <m:e>
                        <m:r>
                          <a:rPr lang="en-GB" b="1">
                            <a:latin typeface="Cambria Math" panose="02040503050406030204" pitchFamily="18" charset="0"/>
                            <a:ea typeface="Cambria Math" panose="02040503050406030204" pitchFamily="18" charset="0"/>
                          </a:rPr>
                          <m:t>𝚺</m:t>
                        </m:r>
                      </m:e>
                      <m:sub>
                        <m:r>
                          <a:rPr lang="en-GB" i="1">
                            <a:latin typeface="Cambria Math" panose="02040503050406030204" pitchFamily="18" charset="0"/>
                            <a:ea typeface="Cambria Math" panose="02040503050406030204" pitchFamily="18" charset="0"/>
                          </a:rPr>
                          <m:t>𝑡</m:t>
                        </m:r>
                      </m:sub>
                    </m:sSub>
                    <m:r>
                      <a:rPr lang="en-GB" b="1"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𝜌</m:t>
                    </m:r>
                    <m:r>
                      <a:rPr lang="en-GB" b="1" i="1" smtClean="0">
                        <a:latin typeface="Cambria Math" panose="02040503050406030204" pitchFamily="18" charset="0"/>
                        <a:ea typeface="Cambria Math" panose="02040503050406030204" pitchFamily="18" charset="0"/>
                      </a:rPr>
                      <m:t>)</m:t>
                    </m:r>
                  </m:oMath>
                </a14:m>
                <a:r>
                  <a:rPr lang="en-GB" dirty="0"/>
                  <a:t> is assumed to have a first-order autoregressive (AR(1)) covariance structure, such that </a:t>
                </a:r>
                <a14:m>
                  <m:oMath xmlns:m="http://schemas.openxmlformats.org/officeDocument/2006/math">
                    <m:sSub>
                      <m:sSubPr>
                        <m:ctrlPr>
                          <a:rPr lang="en-GB" b="1" i="1">
                            <a:latin typeface="Cambria Math" panose="02040503050406030204" pitchFamily="18" charset="0"/>
                          </a:rPr>
                        </m:ctrlPr>
                      </m:sSubPr>
                      <m:e>
                        <m:r>
                          <a:rPr lang="en-GB" b="1" i="1">
                            <a:latin typeface="Cambria Math" panose="02040503050406030204" pitchFamily="18" charset="0"/>
                          </a:rPr>
                          <m:t>𝜮</m:t>
                        </m:r>
                      </m:e>
                      <m:sub>
                        <m:r>
                          <a:rPr lang="en-GB" i="1">
                            <a:latin typeface="Cambria Math" panose="02040503050406030204" pitchFamily="18" charset="0"/>
                          </a:rPr>
                          <m:t>𝑡</m:t>
                        </m:r>
                      </m:sub>
                    </m:sSub>
                    <m:d>
                      <m:dPr>
                        <m:ctrlPr>
                          <a:rPr lang="en-GB" b="0" i="1" smtClean="0">
                            <a:latin typeface="Cambria Math" panose="02040503050406030204" pitchFamily="18" charset="0"/>
                          </a:rPr>
                        </m:ctrlPr>
                      </m:dPr>
                      <m:e>
                        <m:r>
                          <a:rPr lang="en-GB" b="0" i="1" smtClean="0">
                            <a:latin typeface="Cambria Math" panose="02040503050406030204" pitchFamily="18" charset="0"/>
                          </a:rPr>
                          <m:t>𝜌</m:t>
                        </m:r>
                      </m:e>
                    </m:d>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𝜌</m:t>
                        </m:r>
                      </m:e>
                      <m:sup>
                        <m:d>
                          <m:dPr>
                            <m:begChr m:val="|"/>
                            <m:endChr m:val="|"/>
                            <m:ctrlPr>
                              <a:rPr lang="en-GB" b="0" i="1" smtClean="0">
                                <a:latin typeface="Cambria Math" panose="02040503050406030204" pitchFamily="18" charset="0"/>
                              </a:rPr>
                            </m:ctrlPr>
                          </m:dPr>
                          <m:e>
                            <m:sSup>
                              <m:sSupPr>
                                <m:ctrlPr>
                                  <a:rPr lang="en-GB" b="0" i="1" smtClean="0">
                                    <a:latin typeface="Cambria Math" panose="02040503050406030204" pitchFamily="18" charset="0"/>
                                  </a:rPr>
                                </m:ctrlPr>
                              </m:sSupPr>
                              <m:e>
                                <m:r>
                                  <a:rPr lang="en-GB" b="0" i="1" smtClean="0">
                                    <a:latin typeface="Cambria Math" panose="02040503050406030204" pitchFamily="18" charset="0"/>
                                  </a:rPr>
                                  <m:t>𝑡</m:t>
                                </m:r>
                              </m:e>
                              <m:sup>
                                <m:r>
                                  <a:rPr lang="en-GB" b="0" i="1" smtClean="0">
                                    <a:latin typeface="Cambria Math" panose="02040503050406030204" pitchFamily="18" charset="0"/>
                                  </a:rPr>
                                  <m:t>′</m:t>
                                </m:r>
                              </m:sup>
                            </m:sSup>
                            <m:r>
                              <a:rPr lang="en-GB" i="1">
                                <a:latin typeface="Cambria Math" panose="02040503050406030204" pitchFamily="18" charset="0"/>
                              </a:rPr>
                              <m:t>−</m:t>
                            </m:r>
                            <m:r>
                              <a:rPr lang="en-GB" b="0" i="1" smtClean="0">
                                <a:latin typeface="Cambria Math" panose="02040503050406030204" pitchFamily="18" charset="0"/>
                              </a:rPr>
                              <m:t>𝑡</m:t>
                            </m:r>
                          </m:e>
                        </m:d>
                      </m:sup>
                    </m:sSup>
                  </m:oMath>
                </a14:m>
                <a:r>
                  <a:rPr lang="en-GB" dirty="0"/>
                  <a:t>, where </a:t>
                </a:r>
                <a14:m>
                  <m:oMath xmlns:m="http://schemas.openxmlformats.org/officeDocument/2006/math">
                    <m:r>
                      <a:rPr lang="en-GB" i="1">
                        <a:latin typeface="Cambria Math" panose="02040503050406030204" pitchFamily="18" charset="0"/>
                      </a:rPr>
                      <m:t>𝜌</m:t>
                    </m:r>
                    <m:r>
                      <a:rPr lang="en-GB" i="1">
                        <a:latin typeface="Cambria Math" panose="02040503050406030204" pitchFamily="18" charset="0"/>
                      </a:rPr>
                      <m:t> (−1&lt;</m:t>
                    </m:r>
                    <m:r>
                      <a:rPr lang="en-GB" i="1">
                        <a:latin typeface="Cambria Math" panose="02040503050406030204" pitchFamily="18" charset="0"/>
                      </a:rPr>
                      <m:t>𝜌</m:t>
                    </m:r>
                    <m:r>
                      <a:rPr lang="en-GB" i="1">
                        <a:latin typeface="Cambria Math" panose="02040503050406030204" pitchFamily="18" charset="0"/>
                      </a:rPr>
                      <m:t>&lt;1)</m:t>
                    </m:r>
                  </m:oMath>
                </a14:m>
                <a:r>
                  <a:rPr lang="en-GB" dirty="0"/>
                  <a:t> is an autoregressive parameter.</a:t>
                </a:r>
              </a:p>
            </p:txBody>
          </p:sp>
        </mc:Choice>
        <mc:Fallback xmlns="">
          <p:sp>
            <p:nvSpPr>
              <p:cNvPr id="3" name="Content Placeholder 2">
                <a:extLst>
                  <a:ext uri="{FF2B5EF4-FFF2-40B4-BE49-F238E27FC236}">
                    <a16:creationId xmlns:a16="http://schemas.microsoft.com/office/drawing/2014/main" id="{FF396261-B770-F211-4B6A-F13F9FF5242E}"/>
                  </a:ext>
                </a:extLst>
              </p:cNvPr>
              <p:cNvSpPr>
                <a:spLocks noGrp="1" noRot="1" noChangeAspect="1" noMove="1" noResize="1" noEditPoints="1" noAdjustHandles="1" noChangeArrowheads="1" noChangeShapeType="1" noTextEdit="1"/>
              </p:cNvSpPr>
              <p:nvPr>
                <p:ph idx="1"/>
              </p:nvPr>
            </p:nvSpPr>
            <p:spPr>
              <a:xfrm>
                <a:off x="749709" y="1533370"/>
                <a:ext cx="11137490" cy="4802187"/>
              </a:xfrm>
              <a:blipFill>
                <a:blip r:embed="rId2"/>
                <a:stretch>
                  <a:fillRect l="-985" t="-3304"/>
                </a:stretch>
              </a:blipFill>
            </p:spPr>
            <p:txBody>
              <a:bodyPr/>
              <a:lstStyle/>
              <a:p>
                <a:r>
                  <a:rPr lang="en-GB">
                    <a:noFill/>
                  </a:rPr>
                  <a:t> </a:t>
                </a:r>
              </a:p>
            </p:txBody>
          </p:sp>
        </mc:Fallback>
      </mc:AlternateContent>
      <p:sp>
        <p:nvSpPr>
          <p:cNvPr id="6" name="Title 1">
            <a:extLst>
              <a:ext uri="{FF2B5EF4-FFF2-40B4-BE49-F238E27FC236}">
                <a16:creationId xmlns:a16="http://schemas.microsoft.com/office/drawing/2014/main" id="{200DD7DB-A719-0C3D-00A4-28C660EC667C}"/>
              </a:ext>
            </a:extLst>
          </p:cNvPr>
          <p:cNvSpPr>
            <a:spLocks noGrp="1"/>
          </p:cNvSpPr>
          <p:nvPr>
            <p:ph type="title"/>
          </p:nvPr>
        </p:nvSpPr>
        <p:spPr>
          <a:xfrm>
            <a:off x="307258" y="70158"/>
            <a:ext cx="10515600" cy="627932"/>
          </a:xfrm>
        </p:spPr>
        <p:txBody>
          <a:bodyPr>
            <a:normAutofit fontScale="90000"/>
          </a:bodyPr>
          <a:lstStyle/>
          <a:p>
            <a:r>
              <a:rPr lang="en-GB" sz="4000" b="1" dirty="0">
                <a:solidFill>
                  <a:schemeClr val="bg1"/>
                </a:solidFill>
                <a:latin typeface="+mn-lt"/>
              </a:rPr>
              <a:t>Extending to the spatiotemporal setting</a:t>
            </a:r>
          </a:p>
        </p:txBody>
      </p:sp>
      <p:cxnSp>
        <p:nvCxnSpPr>
          <p:cNvPr id="8" name="Straight Arrow Connector 7">
            <a:extLst>
              <a:ext uri="{FF2B5EF4-FFF2-40B4-BE49-F238E27FC236}">
                <a16:creationId xmlns:a16="http://schemas.microsoft.com/office/drawing/2014/main" id="{779302C4-1EEF-63CA-72B2-2BB00FDCD481}"/>
              </a:ext>
            </a:extLst>
          </p:cNvPr>
          <p:cNvCxnSpPr>
            <a:cxnSpLocks/>
          </p:cNvCxnSpPr>
          <p:nvPr/>
        </p:nvCxnSpPr>
        <p:spPr>
          <a:xfrm flipH="1">
            <a:off x="5417574" y="4159045"/>
            <a:ext cx="353961" cy="226142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AE15F0D-B780-BE35-DB9D-A37F194D51EE}"/>
                  </a:ext>
                </a:extLst>
              </p:cNvPr>
              <p:cNvSpPr txBox="1"/>
              <p:nvPr/>
            </p:nvSpPr>
            <p:spPr>
              <a:xfrm>
                <a:off x="1280651" y="6247622"/>
                <a:ext cx="10075606" cy="543803"/>
              </a:xfrm>
              <a:prstGeom prst="rect">
                <a:avLst/>
              </a:prstGeom>
              <a:noFill/>
            </p:spPr>
            <p:txBody>
              <a:bodyPr wrap="square" rtlCol="0">
                <a:spAutoFit/>
              </a:bodyPr>
              <a:lstStyle/>
              <a:p>
                <a:r>
                  <a:rPr lang="en-GB" dirty="0"/>
                  <a:t>If we assume an exponential covariance structure, we can write </a:t>
                </a:r>
                <a14:m>
                  <m:oMath xmlns:m="http://schemas.openxmlformats.org/officeDocument/2006/math">
                    <m:sSub>
                      <m:sSubPr>
                        <m:ctrlPr>
                          <a:rPr lang="en-GB">
                            <a:latin typeface="Cambria Math" panose="02040503050406030204" pitchFamily="18" charset="0"/>
                          </a:rPr>
                        </m:ctrlPr>
                      </m:sSubPr>
                      <m:e>
                        <m:r>
                          <m:rPr>
                            <m:sty m:val="p"/>
                          </m:rPr>
                          <a:rPr lang="en-GB">
                            <a:latin typeface="Cambria Math" panose="02040503050406030204" pitchFamily="18" charset="0"/>
                          </a:rPr>
                          <m:t>Σ</m:t>
                        </m:r>
                      </m:e>
                      <m:sub>
                        <m:r>
                          <a:rPr lang="en-GB" i="1">
                            <a:latin typeface="Cambria Math" panose="02040503050406030204" pitchFamily="18" charset="0"/>
                          </a:rPr>
                          <m:t>(</m:t>
                        </m:r>
                        <m:r>
                          <a:rPr lang="en-GB" b="0" i="1" smtClean="0">
                            <a:latin typeface="Cambria Math" panose="02040503050406030204" pitchFamily="18" charset="0"/>
                          </a:rPr>
                          <m:t>𝑖</m:t>
                        </m:r>
                        <m:r>
                          <a:rPr lang="en-GB" i="1">
                            <a:latin typeface="Cambria Math" panose="02040503050406030204" pitchFamily="18" charset="0"/>
                          </a:rPr>
                          <m:t>𝑡</m:t>
                        </m:r>
                        <m:r>
                          <a:rPr lang="en-GB" i="1">
                            <a:latin typeface="Cambria Math" panose="02040503050406030204" pitchFamily="18" charset="0"/>
                          </a:rPr>
                          <m:t>,</m:t>
                        </m:r>
                        <m:r>
                          <a:rPr lang="en-GB" b="0" i="1" smtClean="0">
                            <a:latin typeface="Cambria Math" panose="02040503050406030204" pitchFamily="18" charset="0"/>
                          </a:rPr>
                          <m:t>𝑗𝑠</m:t>
                        </m:r>
                        <m:r>
                          <a:rPr lang="en-GB" i="1">
                            <a:latin typeface="Cambria Math" panose="02040503050406030204" pitchFamily="18" charset="0"/>
                          </a:rPr>
                          <m:t>)</m:t>
                        </m:r>
                      </m:sub>
                    </m:sSub>
                    <m:r>
                      <a:rPr lang="en-GB" i="1">
                        <a:latin typeface="Cambria Math" panose="02040503050406030204" pitchFamily="18" charset="0"/>
                      </a:rPr>
                      <m:t>=</m:t>
                    </m:r>
                  </m:oMath>
                </a14:m>
                <a:r>
                  <a:rPr lang="en-GB" dirty="0"/>
                  <a:t>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𝜎</m:t>
                        </m:r>
                      </m:e>
                      <m:sup>
                        <m:r>
                          <a:rPr lang="en-GB" i="1">
                            <a:latin typeface="Cambria Math" panose="02040503050406030204" pitchFamily="18" charset="0"/>
                          </a:rPr>
                          <m:t>2</m:t>
                        </m:r>
                      </m:sup>
                    </m:sSup>
                    <m:func>
                      <m:funcPr>
                        <m:ctrlPr>
                          <a:rPr lang="en-GB">
                            <a:latin typeface="Cambria Math" panose="02040503050406030204" pitchFamily="18" charset="0"/>
                          </a:rPr>
                        </m:ctrlPr>
                      </m:funcPr>
                      <m:fName>
                        <m:r>
                          <m:rPr>
                            <m:sty m:val="p"/>
                          </m:rPr>
                          <a:rPr lang="en-GB">
                            <a:latin typeface="Cambria Math" panose="02040503050406030204" pitchFamily="18" charset="0"/>
                          </a:rPr>
                          <m:t>exp</m:t>
                        </m:r>
                      </m:fName>
                      <m:e>
                        <m:d>
                          <m:dPr>
                            <m:ctrlPr>
                              <a:rPr lang="en-GB" i="1">
                                <a:latin typeface="Cambria Math" panose="02040503050406030204" pitchFamily="18" charset="0"/>
                              </a:rPr>
                            </m:ctrlPr>
                          </m:dPr>
                          <m:e>
                            <m:r>
                              <a:rPr lang="en-GB" i="1">
                                <a:latin typeface="Cambria Math" panose="02040503050406030204" pitchFamily="18" charset="0"/>
                              </a:rPr>
                              <m:t>−</m:t>
                            </m:r>
                            <m:f>
                              <m:fPr>
                                <m:ctrlPr>
                                  <a:rPr lang="en-GB" i="1">
                                    <a:latin typeface="Cambria Math" panose="02040503050406030204" pitchFamily="18" charset="0"/>
                                  </a:rPr>
                                </m:ctrlPr>
                              </m:fPr>
                              <m:num>
                                <m:sSub>
                                  <m:sSubPr>
                                    <m:ctrlPr>
                                      <a:rPr lang="en-GB" i="1">
                                        <a:latin typeface="Cambria Math" panose="02040503050406030204" pitchFamily="18" charset="0"/>
                                      </a:rPr>
                                    </m:ctrlPr>
                                  </m:sSubPr>
                                  <m:e>
                                    <m:r>
                                      <a:rPr lang="en-GB" i="1">
                                        <a:latin typeface="Cambria Math" panose="02040503050406030204" pitchFamily="18" charset="0"/>
                                      </a:rPr>
                                      <m:t>𝑑</m:t>
                                    </m:r>
                                  </m:e>
                                  <m:sub>
                                    <m:r>
                                      <a:rPr lang="en-GB" i="1">
                                        <a:latin typeface="Cambria Math" panose="02040503050406030204" pitchFamily="18" charset="0"/>
                                      </a:rPr>
                                      <m:t>𝑖𝑗</m:t>
                                    </m:r>
                                  </m:sub>
                                </m:sSub>
                              </m:num>
                              <m:den>
                                <m:r>
                                  <a:rPr lang="en-GB" i="1">
                                    <a:latin typeface="Cambria Math" panose="02040503050406030204" pitchFamily="18" charset="0"/>
                                  </a:rPr>
                                  <m:t>𝜙</m:t>
                                </m:r>
                              </m:den>
                            </m:f>
                          </m:e>
                        </m:d>
                      </m:e>
                    </m:func>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𝜌</m:t>
                        </m:r>
                      </m:e>
                      <m:sup>
                        <m:r>
                          <a:rPr lang="en-GB" i="1">
                            <a:latin typeface="Cambria Math" panose="02040503050406030204" pitchFamily="18" charset="0"/>
                          </a:rPr>
                          <m:t>|</m:t>
                        </m:r>
                        <m:r>
                          <a:rPr lang="en-GB" i="1">
                            <a:latin typeface="Cambria Math" panose="02040503050406030204" pitchFamily="18" charset="0"/>
                          </a:rPr>
                          <m:t>𝑡</m:t>
                        </m:r>
                        <m:r>
                          <a:rPr lang="en-GB" i="1">
                            <a:latin typeface="Cambria Math" panose="02040503050406030204" pitchFamily="18" charset="0"/>
                          </a:rPr>
                          <m:t>−</m:t>
                        </m:r>
                        <m:r>
                          <a:rPr lang="en-GB" i="1">
                            <a:latin typeface="Cambria Math" panose="02040503050406030204" pitchFamily="18" charset="0"/>
                          </a:rPr>
                          <m:t>𝑠</m:t>
                        </m:r>
                        <m:r>
                          <a:rPr lang="en-GB" i="1">
                            <a:latin typeface="Cambria Math" panose="02040503050406030204" pitchFamily="18" charset="0"/>
                          </a:rPr>
                          <m:t>|</m:t>
                        </m:r>
                      </m:sup>
                    </m:sSup>
                  </m:oMath>
                </a14:m>
                <a:r>
                  <a:rPr lang="en-GB" dirty="0"/>
                  <a:t> </a:t>
                </a:r>
              </a:p>
            </p:txBody>
          </p:sp>
        </mc:Choice>
        <mc:Fallback xmlns="">
          <p:sp>
            <p:nvSpPr>
              <p:cNvPr id="13" name="TextBox 12">
                <a:extLst>
                  <a:ext uri="{FF2B5EF4-FFF2-40B4-BE49-F238E27FC236}">
                    <a16:creationId xmlns:a16="http://schemas.microsoft.com/office/drawing/2014/main" id="{BAE15F0D-B780-BE35-DB9D-A37F194D51EE}"/>
                  </a:ext>
                </a:extLst>
              </p:cNvPr>
              <p:cNvSpPr txBox="1">
                <a:spLocks noRot="1" noChangeAspect="1" noMove="1" noResize="1" noEditPoints="1" noAdjustHandles="1" noChangeArrowheads="1" noChangeShapeType="1" noTextEdit="1"/>
              </p:cNvSpPr>
              <p:nvPr/>
            </p:nvSpPr>
            <p:spPr>
              <a:xfrm>
                <a:off x="1280651" y="6247622"/>
                <a:ext cx="10075606" cy="543803"/>
              </a:xfrm>
              <a:prstGeom prst="rect">
                <a:avLst/>
              </a:prstGeom>
              <a:blipFill>
                <a:blip r:embed="rId3"/>
                <a:stretch>
                  <a:fillRect l="-484" b="-5618"/>
                </a:stretch>
              </a:blipFill>
            </p:spPr>
            <p:txBody>
              <a:bodyPr/>
              <a:lstStyle/>
              <a:p>
                <a:r>
                  <a:rPr lang="en-GB">
                    <a:noFill/>
                  </a:rPr>
                  <a:t> </a:t>
                </a:r>
              </a:p>
            </p:txBody>
          </p:sp>
        </mc:Fallback>
      </mc:AlternateContent>
    </p:spTree>
    <p:extLst>
      <p:ext uri="{BB962C8B-B14F-4D97-AF65-F5344CB8AC3E}">
        <p14:creationId xmlns:p14="http://schemas.microsoft.com/office/powerpoint/2010/main" val="4518732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A40D2A0-CE75-21FB-58A7-BD6E90D1929E}"/>
                  </a:ext>
                </a:extLst>
              </p:cNvPr>
              <p:cNvSpPr>
                <a:spLocks noGrp="1"/>
              </p:cNvSpPr>
              <p:nvPr>
                <p:ph idx="1"/>
              </p:nvPr>
            </p:nvSpPr>
            <p:spPr/>
            <p:txBody>
              <a:bodyPr>
                <a:normAutofit fontScale="92500" lnSpcReduction="20000"/>
              </a:bodyPr>
              <a:lstStyle/>
              <a:p>
                <a:r>
                  <a:rPr lang="en-GB" dirty="0"/>
                  <a:t>Note that in a non-matrix notation, we can write </a:t>
                </a:r>
                <a14:m>
                  <m:oMath xmlns:m="http://schemas.openxmlformats.org/officeDocument/2006/math">
                    <m:r>
                      <a:rPr lang="en-GB" i="1">
                        <a:latin typeface="Cambria Math" panose="02040503050406030204" pitchFamily="18" charset="0"/>
                      </a:rPr>
                      <m:t>𝑍</m:t>
                    </m:r>
                    <m:d>
                      <m:dPr>
                        <m:ctrlPr>
                          <a:rPr lang="en-GB" b="1" i="1">
                            <a:latin typeface="Cambria Math" panose="02040503050406030204" pitchFamily="18" charset="0"/>
                          </a:rPr>
                        </m:ctrlPr>
                      </m:dPr>
                      <m:e>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i="1">
                                <a:latin typeface="Cambria Math" panose="02040503050406030204" pitchFamily="18" charset="0"/>
                              </a:rPr>
                              <m:t>𝑖</m:t>
                            </m:r>
                          </m:sub>
                        </m:sSub>
                        <m:r>
                          <a:rPr lang="en-GB" b="1" i="1">
                            <a:latin typeface="Cambria Math" panose="02040503050406030204" pitchFamily="18" charset="0"/>
                          </a:rPr>
                          <m:t>,</m:t>
                        </m:r>
                        <m:r>
                          <a:rPr lang="en-GB" i="1">
                            <a:latin typeface="Cambria Math" panose="02040503050406030204" pitchFamily="18" charset="0"/>
                          </a:rPr>
                          <m:t>𝑡</m:t>
                        </m:r>
                      </m:e>
                    </m:d>
                  </m:oMath>
                </a14:m>
                <a:r>
                  <a:rPr lang="en-GB" dirty="0"/>
                  <a:t> as</a:t>
                </a:r>
              </a:p>
              <a:p>
                <a:pPr marL="0" indent="0" algn="ctr">
                  <a:buNone/>
                </a:pPr>
                <a14:m>
                  <m:oMath xmlns:m="http://schemas.openxmlformats.org/officeDocument/2006/math">
                    <m:r>
                      <a:rPr lang="en-GB" i="1">
                        <a:latin typeface="Cambria Math" panose="02040503050406030204" pitchFamily="18" charset="0"/>
                      </a:rPr>
                      <m:t>𝑍</m:t>
                    </m:r>
                    <m:d>
                      <m:dPr>
                        <m:ctrlPr>
                          <a:rPr lang="en-GB" b="1" i="1">
                            <a:latin typeface="Cambria Math" panose="02040503050406030204" pitchFamily="18" charset="0"/>
                          </a:rPr>
                        </m:ctrlPr>
                      </m:dPr>
                      <m:e>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i="1">
                                <a:latin typeface="Cambria Math" panose="02040503050406030204" pitchFamily="18" charset="0"/>
                              </a:rPr>
                              <m:t>𝑖</m:t>
                            </m:r>
                          </m:sub>
                        </m:sSub>
                        <m:r>
                          <a:rPr lang="en-GB" b="1" i="1">
                            <a:latin typeface="Cambria Math" panose="02040503050406030204" pitchFamily="18" charset="0"/>
                          </a:rPr>
                          <m:t>,</m:t>
                        </m:r>
                        <m:r>
                          <a:rPr lang="en-GB" i="1">
                            <a:latin typeface="Cambria Math" panose="02040503050406030204" pitchFamily="18" charset="0"/>
                          </a:rPr>
                          <m:t>𝑡</m:t>
                        </m:r>
                      </m:e>
                    </m:d>
                    <m:r>
                      <a:rPr lang="en-GB" b="1" i="1" smtClean="0">
                        <a:latin typeface="Cambria Math" panose="02040503050406030204" pitchFamily="18" charset="0"/>
                      </a:rPr>
                      <m:t>=</m:t>
                    </m:r>
                    <m:r>
                      <a:rPr lang="en-GB" b="0" i="1" smtClean="0">
                        <a:latin typeface="Cambria Math" panose="02040503050406030204" pitchFamily="18" charset="0"/>
                      </a:rPr>
                      <m:t>𝜌</m:t>
                    </m:r>
                    <m:r>
                      <a:rPr lang="en-GB" i="1">
                        <a:latin typeface="Cambria Math" panose="02040503050406030204" pitchFamily="18" charset="0"/>
                      </a:rPr>
                      <m:t>𝑍</m:t>
                    </m:r>
                    <m:d>
                      <m:dPr>
                        <m:ctrlPr>
                          <a:rPr lang="en-GB" b="1" i="1">
                            <a:latin typeface="Cambria Math" panose="02040503050406030204" pitchFamily="18" charset="0"/>
                          </a:rPr>
                        </m:ctrlPr>
                      </m:dPr>
                      <m:e>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i="1">
                                <a:latin typeface="Cambria Math" panose="02040503050406030204" pitchFamily="18" charset="0"/>
                              </a:rPr>
                              <m:t>𝑖</m:t>
                            </m:r>
                          </m:sub>
                        </m:sSub>
                        <m:r>
                          <a:rPr lang="en-GB" b="1" i="1">
                            <a:latin typeface="Cambria Math" panose="02040503050406030204" pitchFamily="18" charset="0"/>
                          </a:rPr>
                          <m:t>,</m:t>
                        </m:r>
                        <m:r>
                          <a:rPr lang="en-GB" i="1">
                            <a:latin typeface="Cambria Math" panose="02040503050406030204" pitchFamily="18" charset="0"/>
                          </a:rPr>
                          <m:t>𝑡</m:t>
                        </m:r>
                        <m:r>
                          <a:rPr lang="en-GB" b="1" i="1" smtClean="0">
                            <a:latin typeface="Cambria Math" panose="02040503050406030204" pitchFamily="18" charset="0"/>
                          </a:rPr>
                          <m:t>−</m:t>
                        </m:r>
                        <m:r>
                          <a:rPr lang="en-GB" b="0" i="1" smtClean="0">
                            <a:latin typeface="Cambria Math" panose="02040503050406030204" pitchFamily="18" charset="0"/>
                          </a:rPr>
                          <m:t>1</m:t>
                        </m:r>
                      </m:e>
                    </m:d>
                    <m:r>
                      <a:rPr lang="en-GB" b="1" i="1" smtClean="0">
                        <a:latin typeface="Cambria Math" panose="02040503050406030204" pitchFamily="18" charset="0"/>
                      </a:rPr>
                      <m:t>+</m:t>
                    </m:r>
                    <m:r>
                      <a:rPr lang="en-GB" b="0" i="1" smtClean="0">
                        <a:latin typeface="Cambria Math" panose="02040503050406030204" pitchFamily="18" charset="0"/>
                      </a:rPr>
                      <m:t>𝜔</m:t>
                    </m:r>
                    <m:r>
                      <a:rPr lang="en-GB" b="0" i="1" smtClean="0">
                        <a:latin typeface="Cambria Math" panose="02040503050406030204" pitchFamily="18" charset="0"/>
                      </a:rPr>
                      <m:t>(</m:t>
                    </m:r>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i="1">
                            <a:latin typeface="Cambria Math" panose="02040503050406030204" pitchFamily="18" charset="0"/>
                          </a:rPr>
                          <m:t>𝑖</m:t>
                        </m:r>
                      </m:sub>
                    </m:sSub>
                    <m:r>
                      <a:rPr lang="en-GB" b="1" i="1">
                        <a:latin typeface="Cambria Math" panose="02040503050406030204" pitchFamily="18" charset="0"/>
                      </a:rPr>
                      <m:t>,</m:t>
                    </m:r>
                    <m:r>
                      <a:rPr lang="en-GB" i="1">
                        <a:latin typeface="Cambria Math" panose="02040503050406030204" pitchFamily="18" charset="0"/>
                      </a:rPr>
                      <m:t>𝑡</m:t>
                    </m:r>
                    <m:r>
                      <a:rPr lang="en-GB" b="0" i="1" smtClean="0">
                        <a:latin typeface="Cambria Math" panose="02040503050406030204" pitchFamily="18" charset="0"/>
                      </a:rPr>
                      <m:t>)</m:t>
                    </m:r>
                  </m:oMath>
                </a14:m>
                <a:r>
                  <a:rPr lang="en-GB" dirty="0"/>
                  <a:t>,</a:t>
                </a:r>
              </a:p>
              <a:p>
                <a:pPr marL="0" indent="0">
                  <a:buNone/>
                </a:pPr>
                <a:r>
                  <a:rPr lang="en-GB" dirty="0"/>
                  <a:t>where </a:t>
                </a:r>
              </a:p>
              <a:p>
                <a:pPr marL="0" indent="0">
                  <a:buNone/>
                </a:pPr>
                <a14:m>
                  <m:oMath xmlns:m="http://schemas.openxmlformats.org/officeDocument/2006/math">
                    <m:r>
                      <a:rPr lang="en-GB" i="1">
                        <a:latin typeface="Cambria Math" panose="02040503050406030204" pitchFamily="18" charset="0"/>
                      </a:rPr>
                      <m:t>𝜔</m:t>
                    </m:r>
                    <m:r>
                      <a:rPr lang="en-GB" i="1">
                        <a:latin typeface="Cambria Math" panose="02040503050406030204" pitchFamily="18" charset="0"/>
                      </a:rPr>
                      <m:t>(</m:t>
                    </m:r>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i="1">
                            <a:latin typeface="Cambria Math" panose="02040503050406030204" pitchFamily="18" charset="0"/>
                          </a:rPr>
                          <m:t>𝑖</m:t>
                        </m:r>
                      </m:sub>
                    </m:sSub>
                    <m:r>
                      <a:rPr lang="en-GB" b="1" i="1">
                        <a:latin typeface="Cambria Math" panose="02040503050406030204" pitchFamily="18" charset="0"/>
                      </a:rPr>
                      <m:t>,</m:t>
                    </m:r>
                    <m:r>
                      <a:rPr lang="en-GB" i="1">
                        <a:latin typeface="Cambria Math" panose="02040503050406030204" pitchFamily="18" charset="0"/>
                      </a:rPr>
                      <m:t>𝑡</m:t>
                    </m:r>
                    <m:r>
                      <a:rPr lang="en-GB" i="1">
                        <a:latin typeface="Cambria Math" panose="02040503050406030204" pitchFamily="18" charset="0"/>
                      </a:rPr>
                      <m:t>)</m:t>
                    </m:r>
                  </m:oMath>
                </a14:m>
                <a:r>
                  <a:rPr lang="en-GB" dirty="0"/>
                  <a:t> is a zero-mean Gaussian field, assumed to be temporally independent but spatially dependent and characterised by the spatiotemporal covariance function:</a:t>
                </a:r>
              </a:p>
              <a:p>
                <a:pPr marL="0" indent="0" algn="ctr">
                  <a:buNone/>
                </a:pPr>
                <a14:m>
                  <m:oMath xmlns:m="http://schemas.openxmlformats.org/officeDocument/2006/math">
                    <m:sSub>
                      <m:sSubPr>
                        <m:ctrlPr>
                          <a:rPr lang="en-GB">
                            <a:latin typeface="Cambria Math" panose="02040503050406030204" pitchFamily="18" charset="0"/>
                          </a:rPr>
                        </m:ctrlPr>
                      </m:sSubPr>
                      <m:e>
                        <m:r>
                          <m:rPr>
                            <m:sty m:val="p"/>
                          </m:rPr>
                          <a:rPr lang="en-GB">
                            <a:latin typeface="Cambria Math" panose="02040503050406030204" pitchFamily="18" charset="0"/>
                          </a:rPr>
                          <m:t>Σ</m:t>
                        </m:r>
                      </m:e>
                      <m:sub>
                        <m:d>
                          <m:dPr>
                            <m:ctrlPr>
                              <a:rPr lang="en-GB" b="1" i="1" smtClean="0">
                                <a:latin typeface="Cambria Math" panose="02040503050406030204" pitchFamily="18" charset="0"/>
                              </a:rPr>
                            </m:ctrlPr>
                          </m:dPr>
                          <m:e>
                            <m:r>
                              <a:rPr lang="en-GB" b="1" i="1" smtClean="0">
                                <a:latin typeface="Cambria Math" panose="02040503050406030204" pitchFamily="18" charset="0"/>
                              </a:rPr>
                              <m:t>𝒔</m:t>
                            </m:r>
                            <m:r>
                              <a:rPr lang="en-GB" b="0" i="1" smtClean="0">
                                <a:latin typeface="Cambria Math" panose="02040503050406030204" pitchFamily="18" charset="0"/>
                              </a:rPr>
                              <m:t>,</m:t>
                            </m:r>
                            <m:r>
                              <a:rPr lang="en-GB" b="0" i="1" smtClean="0">
                                <a:latin typeface="Cambria Math" panose="02040503050406030204" pitchFamily="18" charset="0"/>
                              </a:rPr>
                              <m:t>𝑡</m:t>
                            </m:r>
                          </m:e>
                        </m:d>
                        <m:r>
                          <a:rPr lang="en-GB" b="0" i="1" smtClean="0">
                            <a:latin typeface="Cambria Math" panose="02040503050406030204" pitchFamily="18" charset="0"/>
                          </a:rPr>
                          <m:t>,(</m:t>
                        </m:r>
                        <m:sSup>
                          <m:sSupPr>
                            <m:ctrlPr>
                              <a:rPr lang="en-GB" b="1" i="1" smtClean="0">
                                <a:latin typeface="Cambria Math" panose="02040503050406030204" pitchFamily="18" charset="0"/>
                              </a:rPr>
                            </m:ctrlPr>
                          </m:sSupPr>
                          <m:e>
                            <m:r>
                              <a:rPr lang="en-GB" b="1" i="1" smtClean="0">
                                <a:latin typeface="Cambria Math" panose="02040503050406030204" pitchFamily="18" charset="0"/>
                              </a:rPr>
                              <m:t>𝒔</m:t>
                            </m:r>
                          </m:e>
                          <m:sup>
                            <m:r>
                              <a:rPr lang="en-GB" b="0" i="1" smtClean="0">
                                <a:latin typeface="Cambria Math" panose="02040503050406030204" pitchFamily="18" charset="0"/>
                              </a:rPr>
                              <m:t>′</m:t>
                            </m:r>
                          </m:sup>
                        </m:sSup>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𝑡</m:t>
                            </m:r>
                          </m:e>
                          <m:sup>
                            <m:r>
                              <a:rPr lang="en-GB" b="0" i="1" smtClean="0">
                                <a:latin typeface="Cambria Math" panose="02040503050406030204" pitchFamily="18" charset="0"/>
                              </a:rPr>
                              <m:t>′</m:t>
                            </m:r>
                          </m:sup>
                        </m:sSup>
                        <m:r>
                          <a:rPr lang="en-GB" b="0" i="1" smtClean="0">
                            <a:latin typeface="Cambria Math" panose="02040503050406030204" pitchFamily="18" charset="0"/>
                          </a:rPr>
                          <m:t>)</m:t>
                        </m:r>
                      </m:sub>
                    </m:sSub>
                    <m:r>
                      <a:rPr lang="en-GB" i="1">
                        <a:latin typeface="Cambria Math" panose="02040503050406030204" pitchFamily="18" charset="0"/>
                      </a:rPr>
                      <m:t>=</m:t>
                    </m:r>
                    <m:r>
                      <m:rPr>
                        <m:sty m:val="p"/>
                      </m:rPr>
                      <a:rPr lang="en-GB">
                        <a:latin typeface="Cambria Math" panose="02040503050406030204" pitchFamily="18" charset="0"/>
                      </a:rPr>
                      <m:t>Cov</m:t>
                    </m:r>
                    <m:d>
                      <m:dPr>
                        <m:ctrlPr>
                          <a:rPr lang="en-GB" b="0" i="1" smtClean="0">
                            <a:latin typeface="Cambria Math" panose="02040503050406030204" pitchFamily="18" charset="0"/>
                          </a:rPr>
                        </m:ctrlPr>
                      </m:dPr>
                      <m:e>
                        <m:r>
                          <a:rPr lang="en-GB" b="0" i="1" smtClean="0">
                            <a:latin typeface="Cambria Math" panose="02040503050406030204" pitchFamily="18" charset="0"/>
                          </a:rPr>
                          <m:t>𝜔</m:t>
                        </m:r>
                        <m:d>
                          <m:dPr>
                            <m:ctrlPr>
                              <a:rPr lang="en-GB" b="1" i="1" smtClean="0">
                                <a:latin typeface="Cambria Math" panose="02040503050406030204" pitchFamily="18" charset="0"/>
                              </a:rPr>
                            </m:ctrlPr>
                          </m:dPr>
                          <m:e>
                            <m:r>
                              <a:rPr lang="en-GB" b="1" i="1" smtClean="0">
                                <a:latin typeface="Cambria Math" panose="02040503050406030204" pitchFamily="18" charset="0"/>
                              </a:rPr>
                              <m:t>𝒔</m:t>
                            </m:r>
                            <m:r>
                              <a:rPr lang="en-GB" b="0" i="1" smtClean="0">
                                <a:latin typeface="Cambria Math" panose="02040503050406030204" pitchFamily="18" charset="0"/>
                              </a:rPr>
                              <m:t>,</m:t>
                            </m:r>
                            <m:r>
                              <a:rPr lang="en-GB" b="0" i="1" smtClean="0">
                                <a:latin typeface="Cambria Math" panose="02040503050406030204" pitchFamily="18" charset="0"/>
                              </a:rPr>
                              <m:t>𝑡</m:t>
                            </m:r>
                          </m:e>
                        </m:d>
                        <m:r>
                          <a:rPr lang="en-GB" i="1">
                            <a:latin typeface="Cambria Math" panose="02040503050406030204" pitchFamily="18" charset="0"/>
                          </a:rPr>
                          <m:t>,</m:t>
                        </m:r>
                        <m:r>
                          <a:rPr lang="en-GB" b="0" i="1" smtClean="0">
                            <a:latin typeface="Cambria Math" panose="02040503050406030204" pitchFamily="18" charset="0"/>
                          </a:rPr>
                          <m:t>𝜔</m:t>
                        </m:r>
                        <m:d>
                          <m:dPr>
                            <m:ctrlPr>
                              <a:rPr lang="en-GB" b="1" i="1">
                                <a:latin typeface="Cambria Math" panose="02040503050406030204" pitchFamily="18" charset="0"/>
                              </a:rPr>
                            </m:ctrlPr>
                          </m:dPr>
                          <m:e>
                            <m:sSup>
                              <m:sSupPr>
                                <m:ctrlPr>
                                  <a:rPr lang="en-GB" b="1" i="1">
                                    <a:latin typeface="Cambria Math" panose="02040503050406030204" pitchFamily="18" charset="0"/>
                                  </a:rPr>
                                </m:ctrlPr>
                              </m:sSupPr>
                              <m:e>
                                <m:r>
                                  <a:rPr lang="en-GB" b="1" i="1">
                                    <a:latin typeface="Cambria Math" panose="02040503050406030204" pitchFamily="18" charset="0"/>
                                  </a:rPr>
                                  <m:t>𝒔</m:t>
                                </m:r>
                              </m:e>
                              <m:sup>
                                <m:r>
                                  <a:rPr lang="en-GB" b="0" i="1" smtClean="0">
                                    <a:latin typeface="Cambria Math" panose="02040503050406030204" pitchFamily="18" charset="0"/>
                                  </a:rPr>
                                  <m:t>′</m:t>
                                </m:r>
                              </m:sup>
                            </m:sSup>
                            <m:r>
                              <a:rPr lang="en-GB" i="1">
                                <a:latin typeface="Cambria Math" panose="02040503050406030204" pitchFamily="18" charset="0"/>
                              </a:rPr>
                              <m:t>,</m:t>
                            </m:r>
                            <m:sSup>
                              <m:sSupPr>
                                <m:ctrlPr>
                                  <a:rPr lang="en-GB" i="1">
                                    <a:latin typeface="Cambria Math" panose="02040503050406030204" pitchFamily="18" charset="0"/>
                                  </a:rPr>
                                </m:ctrlPr>
                              </m:sSupPr>
                              <m:e>
                                <m:r>
                                  <a:rPr lang="en-GB" i="1">
                                    <a:latin typeface="Cambria Math" panose="02040503050406030204" pitchFamily="18" charset="0"/>
                                  </a:rPr>
                                  <m:t>𝑡</m:t>
                                </m:r>
                              </m:e>
                              <m:sup>
                                <m:r>
                                  <a:rPr lang="en-GB" b="0" i="1" smtClean="0">
                                    <a:latin typeface="Cambria Math" panose="02040503050406030204" pitchFamily="18" charset="0"/>
                                  </a:rPr>
                                  <m:t>′</m:t>
                                </m:r>
                              </m:sup>
                            </m:sSup>
                          </m:e>
                        </m:d>
                      </m:e>
                    </m:d>
                    <m:r>
                      <a:rPr lang="en-GB" b="0" i="1" smtClean="0">
                        <a:latin typeface="Cambria Math" panose="02040503050406030204" pitchFamily="18" charset="0"/>
                      </a:rPr>
                      <m:t>=</m:t>
                    </m:r>
                    <m:d>
                      <m:dPr>
                        <m:begChr m:val="{"/>
                        <m:endChr m:val=""/>
                        <m:ctrlPr>
                          <a:rPr lang="en-GB" i="1" smtClean="0">
                            <a:latin typeface="Cambria Math" panose="02040503050406030204" pitchFamily="18" charset="0"/>
                          </a:rPr>
                        </m:ctrlPr>
                      </m:dPr>
                      <m:e>
                        <m:eqArr>
                          <m:eqArrPr>
                            <m:ctrlPr>
                              <a:rPr lang="en-GB" i="1" smtClean="0">
                                <a:latin typeface="Cambria Math" panose="02040503050406030204" pitchFamily="18" charset="0"/>
                              </a:rPr>
                            </m:ctrlPr>
                          </m:eqArrPr>
                          <m:e>
                            <m:r>
                              <a:rPr lang="en-GB" b="0" i="1" smtClean="0">
                                <a:latin typeface="Cambria Math" panose="02040503050406030204" pitchFamily="18" charset="0"/>
                              </a:rPr>
                              <m:t>0 </m:t>
                            </m:r>
                            <m:r>
                              <a:rPr lang="en-GB" b="0" i="1" smtClean="0">
                                <a:latin typeface="Cambria Math" panose="02040503050406030204" pitchFamily="18" charset="0"/>
                              </a:rPr>
                              <m:t>𝑖𝑓</m:t>
                            </m:r>
                            <m:r>
                              <a:rPr lang="en-GB" b="0" i="1" smtClean="0">
                                <a:latin typeface="Cambria Math" panose="02040503050406030204" pitchFamily="18" charset="0"/>
                              </a:rPr>
                              <m:t> </m:t>
                            </m:r>
                            <m:r>
                              <a:rPr lang="en-GB" b="0" i="1" smtClean="0">
                                <a:latin typeface="Cambria Math" panose="02040503050406030204" pitchFamily="18" charset="0"/>
                              </a:rPr>
                              <m:t>𝑡</m:t>
                            </m:r>
                            <m:r>
                              <a:rPr lang="en-GB" b="0" i="1" smtClean="0">
                                <a:latin typeface="Cambria Math" panose="02040503050406030204" pitchFamily="18" charset="0"/>
                                <a:ea typeface="Cambria Math" panose="02040503050406030204" pitchFamily="18" charset="0"/>
                              </a:rPr>
                              <m:t>≠</m:t>
                            </m:r>
                            <m:sSup>
                              <m:sSupPr>
                                <m:ctrlPr>
                                  <a:rPr lang="en-GB" b="0" i="1" smtClean="0">
                                    <a:latin typeface="Cambria Math" panose="02040503050406030204" pitchFamily="18" charset="0"/>
                                    <a:ea typeface="Cambria Math" panose="02040503050406030204" pitchFamily="18" charset="0"/>
                                  </a:rPr>
                                </m:ctrlPr>
                              </m:sSupPr>
                              <m:e>
                                <m:r>
                                  <a:rPr lang="en-GB" b="0" i="1" smtClean="0">
                                    <a:latin typeface="Cambria Math" panose="02040503050406030204" pitchFamily="18" charset="0"/>
                                    <a:ea typeface="Cambria Math" panose="02040503050406030204" pitchFamily="18" charset="0"/>
                                  </a:rPr>
                                  <m:t>𝑡</m:t>
                                </m:r>
                              </m:e>
                              <m:sup>
                                <m:r>
                                  <a:rPr lang="en-GB" b="0" i="1" smtClean="0">
                                    <a:latin typeface="Cambria Math" panose="02040503050406030204" pitchFamily="18" charset="0"/>
                                    <a:ea typeface="Cambria Math" panose="02040503050406030204" pitchFamily="18" charset="0"/>
                                  </a:rPr>
                                  <m:t>′</m:t>
                                </m:r>
                              </m:sup>
                            </m:sSup>
                          </m:e>
                          <m:e>
                            <m:sSub>
                              <m:sSubPr>
                                <m:ctrlPr>
                                  <a:rPr lang="en-GB" b="0" i="0" smtClean="0">
                                    <a:latin typeface="Cambria Math" panose="02040503050406030204" pitchFamily="18" charset="0"/>
                                  </a:rPr>
                                </m:ctrlPr>
                              </m:sSubPr>
                              <m:e>
                                <m:r>
                                  <m:rPr>
                                    <m:sty m:val="p"/>
                                  </m:rPr>
                                  <a:rPr lang="en-GB" b="0" i="0" smtClean="0">
                                    <a:latin typeface="Cambria Math" panose="02040503050406030204" pitchFamily="18" charset="0"/>
                                  </a:rPr>
                                  <m:t>Σ</m:t>
                                </m:r>
                              </m:e>
                              <m:sub>
                                <m:r>
                                  <a:rPr lang="en-GB" b="1" i="1" smtClean="0">
                                    <a:latin typeface="Cambria Math" panose="02040503050406030204" pitchFamily="18" charset="0"/>
                                  </a:rPr>
                                  <m:t>𝒔</m:t>
                                </m:r>
                                <m:r>
                                  <a:rPr lang="en-GB" b="0" i="0" smtClean="0">
                                    <a:latin typeface="Cambria Math" panose="02040503050406030204" pitchFamily="18" charset="0"/>
                                  </a:rPr>
                                  <m:t>,</m:t>
                                </m:r>
                                <m:sSup>
                                  <m:sSupPr>
                                    <m:ctrlPr>
                                      <a:rPr lang="en-GB" b="1" i="0" smtClean="0">
                                        <a:latin typeface="Cambria Math" panose="02040503050406030204" pitchFamily="18" charset="0"/>
                                      </a:rPr>
                                    </m:ctrlPr>
                                  </m:sSupPr>
                                  <m:e>
                                    <m:r>
                                      <a:rPr lang="en-GB" b="1" i="0" smtClean="0">
                                        <a:latin typeface="Cambria Math" panose="02040503050406030204" pitchFamily="18" charset="0"/>
                                      </a:rPr>
                                      <m:t>𝐬</m:t>
                                    </m:r>
                                  </m:e>
                                  <m:sup>
                                    <m:r>
                                      <a:rPr lang="en-GB" b="0" i="0" smtClean="0">
                                        <a:latin typeface="Cambria Math" panose="02040503050406030204" pitchFamily="18" charset="0"/>
                                      </a:rPr>
                                      <m:t>′</m:t>
                                    </m:r>
                                  </m:sup>
                                </m:sSup>
                              </m:sub>
                            </m:sSub>
                            <m:r>
                              <a:rPr lang="en-GB" b="0" i="1" smtClean="0">
                                <a:latin typeface="Cambria Math" panose="02040503050406030204" pitchFamily="18" charset="0"/>
                              </a:rPr>
                              <m:t> </m:t>
                            </m:r>
                            <m:r>
                              <a:rPr lang="en-GB" b="0" i="1" smtClean="0">
                                <a:latin typeface="Cambria Math" panose="02040503050406030204" pitchFamily="18" charset="0"/>
                              </a:rPr>
                              <m:t>𝑖𝑓</m:t>
                            </m:r>
                            <m:r>
                              <a:rPr lang="en-GB" b="0" i="1" smtClean="0">
                                <a:latin typeface="Cambria Math" panose="02040503050406030204" pitchFamily="18" charset="0"/>
                              </a:rPr>
                              <m:t> </m:t>
                            </m:r>
                            <m:r>
                              <a:rPr lang="en-GB" b="0" i="1" smtClean="0">
                                <a:latin typeface="Cambria Math" panose="02040503050406030204" pitchFamily="18" charset="0"/>
                              </a:rPr>
                              <m:t>𝑡</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𝑡</m:t>
                                </m:r>
                              </m:e>
                              <m:sup>
                                <m:r>
                                  <a:rPr lang="en-GB" b="0" i="1" smtClean="0">
                                    <a:latin typeface="Cambria Math" panose="02040503050406030204" pitchFamily="18" charset="0"/>
                                  </a:rPr>
                                  <m:t>′</m:t>
                                </m:r>
                              </m:sup>
                            </m:sSup>
                          </m:e>
                        </m:eqArr>
                      </m:e>
                    </m:d>
                  </m:oMath>
                </a14:m>
                <a:r>
                  <a:rPr lang="en-GB" dirty="0"/>
                  <a:t>,</a:t>
                </a:r>
              </a:p>
              <a:p>
                <a:pPr marL="0" indent="0">
                  <a:buNone/>
                </a:pPr>
                <a:r>
                  <a:rPr lang="en-GB" dirty="0"/>
                  <a:t>where </a:t>
                </a:r>
                <a14:m>
                  <m:oMath xmlns:m="http://schemas.openxmlformats.org/officeDocument/2006/math">
                    <m:sSub>
                      <m:sSubPr>
                        <m:ctrlPr>
                          <a:rPr lang="en-GB">
                            <a:latin typeface="Cambria Math" panose="02040503050406030204" pitchFamily="18" charset="0"/>
                          </a:rPr>
                        </m:ctrlPr>
                      </m:sSubPr>
                      <m:e>
                        <m:r>
                          <m:rPr>
                            <m:sty m:val="p"/>
                          </m:rPr>
                          <a:rPr lang="en-GB">
                            <a:latin typeface="Cambria Math" panose="02040503050406030204" pitchFamily="18" charset="0"/>
                          </a:rPr>
                          <m:t>Σ</m:t>
                        </m:r>
                      </m:e>
                      <m:sub>
                        <m:r>
                          <a:rPr lang="en-GB" b="1" i="1">
                            <a:latin typeface="Cambria Math" panose="02040503050406030204" pitchFamily="18" charset="0"/>
                          </a:rPr>
                          <m:t>𝒔</m:t>
                        </m:r>
                        <m:r>
                          <a:rPr lang="en-GB">
                            <a:latin typeface="Cambria Math" panose="02040503050406030204" pitchFamily="18" charset="0"/>
                          </a:rPr>
                          <m:t>,</m:t>
                        </m:r>
                        <m:sSup>
                          <m:sSupPr>
                            <m:ctrlPr>
                              <a:rPr lang="en-GB" b="1">
                                <a:latin typeface="Cambria Math" panose="02040503050406030204" pitchFamily="18" charset="0"/>
                              </a:rPr>
                            </m:ctrlPr>
                          </m:sSupPr>
                          <m:e>
                            <m:r>
                              <a:rPr lang="en-GB" b="1">
                                <a:latin typeface="Cambria Math" panose="02040503050406030204" pitchFamily="18" charset="0"/>
                              </a:rPr>
                              <m:t>𝐬</m:t>
                            </m:r>
                          </m:e>
                          <m:sup>
                            <m:r>
                              <a:rPr lang="en-GB">
                                <a:latin typeface="Cambria Math" panose="02040503050406030204" pitchFamily="18" charset="0"/>
                              </a:rPr>
                              <m:t>′</m:t>
                            </m:r>
                          </m:sup>
                        </m:sSup>
                      </m:sub>
                    </m:sSub>
                  </m:oMath>
                </a14:m>
                <a:r>
                  <a:rPr lang="en-GB" dirty="0"/>
                  <a:t> is the Matern covariance function defined previously.</a:t>
                </a:r>
              </a:p>
              <a:p>
                <a:pPr marL="0" indent="0">
                  <a:buNone/>
                </a:pPr>
                <a:endParaRPr lang="en-GB" dirty="0"/>
              </a:p>
              <a:p>
                <a:r>
                  <a:rPr lang="en-GB" dirty="0"/>
                  <a:t>Note that for </a:t>
                </a:r>
                <a14:m>
                  <m:oMath xmlns:m="http://schemas.openxmlformats.org/officeDocument/2006/math">
                    <m:r>
                      <a:rPr lang="en-GB" b="0" i="1" smtClean="0">
                        <a:latin typeface="Cambria Math" panose="02040503050406030204" pitchFamily="18" charset="0"/>
                      </a:rPr>
                      <m:t>𝑡</m:t>
                    </m:r>
                    <m:r>
                      <a:rPr lang="en-GB" b="0" i="1" smtClean="0">
                        <a:latin typeface="Cambria Math" panose="02040503050406030204" pitchFamily="18" charset="0"/>
                      </a:rPr>
                      <m:t>=1</m:t>
                    </m:r>
                  </m:oMath>
                </a14:m>
                <a:r>
                  <a:rPr lang="en-GB" dirty="0"/>
                  <a:t>, </a:t>
                </a:r>
                <a14:m>
                  <m:oMath xmlns:m="http://schemas.openxmlformats.org/officeDocument/2006/math">
                    <m:r>
                      <a:rPr lang="en-GB" i="1">
                        <a:latin typeface="Cambria Math" panose="02040503050406030204" pitchFamily="18" charset="0"/>
                      </a:rPr>
                      <m:t>𝑍</m:t>
                    </m:r>
                    <m:d>
                      <m:dPr>
                        <m:ctrlPr>
                          <a:rPr lang="en-GB" b="1" i="1">
                            <a:latin typeface="Cambria Math" panose="02040503050406030204" pitchFamily="18" charset="0"/>
                          </a:rPr>
                        </m:ctrlPr>
                      </m:dPr>
                      <m:e>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i="1">
                                <a:latin typeface="Cambria Math" panose="02040503050406030204" pitchFamily="18" charset="0"/>
                              </a:rPr>
                              <m:t>𝑖</m:t>
                            </m:r>
                          </m:sub>
                        </m:sSub>
                        <m:r>
                          <a:rPr lang="en-GB" b="1" i="1">
                            <a:latin typeface="Cambria Math" panose="02040503050406030204" pitchFamily="18" charset="0"/>
                          </a:rPr>
                          <m:t>,</m:t>
                        </m:r>
                        <m:r>
                          <a:rPr lang="en-GB" b="0" i="1" smtClean="0">
                            <a:latin typeface="Cambria Math" panose="02040503050406030204" pitchFamily="18" charset="0"/>
                          </a:rPr>
                          <m:t>1</m:t>
                        </m:r>
                      </m:e>
                    </m:d>
                    <m:r>
                      <a:rPr lang="en-GB" b="1" i="1" smtClean="0">
                        <a:latin typeface="Cambria Math" panose="02040503050406030204" pitchFamily="18" charset="0"/>
                      </a:rPr>
                      <m:t>∼</m:t>
                    </m:r>
                    <m:r>
                      <a:rPr lang="en-GB" b="0" i="1" smtClean="0">
                        <a:latin typeface="Cambria Math" panose="02040503050406030204" pitchFamily="18" charset="0"/>
                      </a:rPr>
                      <m:t>𝑁</m:t>
                    </m:r>
                    <m:r>
                      <a:rPr lang="en-GB" b="0" i="1" smtClean="0">
                        <a:latin typeface="Cambria Math" panose="02040503050406030204" pitchFamily="18" charset="0"/>
                      </a:rPr>
                      <m:t>(0, </m:t>
                    </m:r>
                    <m:sSubSup>
                      <m:sSubSupPr>
                        <m:ctrlPr>
                          <a:rPr lang="en-GB" b="0" i="1" smtClean="0">
                            <a:latin typeface="Cambria Math" panose="02040503050406030204" pitchFamily="18" charset="0"/>
                          </a:rPr>
                        </m:ctrlPr>
                      </m:sSubSupPr>
                      <m:e>
                        <m:r>
                          <a:rPr lang="en-GB" b="0" i="1" smtClean="0">
                            <a:latin typeface="Cambria Math" panose="02040503050406030204" pitchFamily="18" charset="0"/>
                          </a:rPr>
                          <m:t>𝜎</m:t>
                        </m:r>
                      </m:e>
                      <m:sub>
                        <m:r>
                          <a:rPr lang="en-GB" b="0" i="1" smtClean="0">
                            <a:latin typeface="Cambria Math" panose="02040503050406030204" pitchFamily="18" charset="0"/>
                          </a:rPr>
                          <m:t>𝜔</m:t>
                        </m:r>
                      </m:sub>
                      <m:sup>
                        <m:r>
                          <a:rPr lang="en-GB" b="0" i="1" smtClean="0">
                            <a:latin typeface="Cambria Math" panose="02040503050406030204" pitchFamily="18" charset="0"/>
                          </a:rPr>
                          <m:t>2</m:t>
                        </m:r>
                      </m:sup>
                    </m:sSubSup>
                    <m:r>
                      <a:rPr lang="en-GB" b="0" i="1" smtClean="0">
                        <a:latin typeface="Cambria Math" panose="02040503050406030204" pitchFamily="18" charset="0"/>
                      </a:rPr>
                      <m:t>/(1−</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𝜌</m:t>
                        </m:r>
                      </m:e>
                      <m:sup>
                        <m:r>
                          <a:rPr lang="en-GB" b="0" i="1" smtClean="0">
                            <a:latin typeface="Cambria Math" panose="02040503050406030204" pitchFamily="18" charset="0"/>
                          </a:rPr>
                          <m:t>2</m:t>
                        </m:r>
                      </m:sup>
                    </m:sSup>
                    <m:r>
                      <a:rPr lang="en-GB" b="0" i="1" smtClean="0">
                        <a:latin typeface="Cambria Math" panose="02040503050406030204" pitchFamily="18" charset="0"/>
                      </a:rPr>
                      <m:t>))</m:t>
                    </m:r>
                  </m:oMath>
                </a14:m>
                <a:r>
                  <a:rPr lang="en-GB" dirty="0"/>
                  <a:t>.</a:t>
                </a:r>
              </a:p>
              <a:p>
                <a:pPr marL="0" indent="0">
                  <a:buNone/>
                </a:pPr>
                <a:endParaRPr lang="en-GB" dirty="0"/>
              </a:p>
            </p:txBody>
          </p:sp>
        </mc:Choice>
        <mc:Fallback xmlns="">
          <p:sp>
            <p:nvSpPr>
              <p:cNvPr id="3" name="Content Placeholder 2">
                <a:extLst>
                  <a:ext uri="{FF2B5EF4-FFF2-40B4-BE49-F238E27FC236}">
                    <a16:creationId xmlns:a16="http://schemas.microsoft.com/office/drawing/2014/main" id="{AA40D2A0-CE75-21FB-58A7-BD6E90D1929E}"/>
                  </a:ext>
                </a:extLst>
              </p:cNvPr>
              <p:cNvSpPr>
                <a:spLocks noGrp="1" noRot="1" noChangeAspect="1" noMove="1" noResize="1" noEditPoints="1" noAdjustHandles="1" noChangeArrowheads="1" noChangeShapeType="1" noTextEdit="1"/>
              </p:cNvSpPr>
              <p:nvPr>
                <p:ph idx="1"/>
              </p:nvPr>
            </p:nvSpPr>
            <p:spPr>
              <a:blipFill>
                <a:blip r:embed="rId2"/>
                <a:stretch>
                  <a:fillRect l="-1043" t="-3501" b="-1120"/>
                </a:stretch>
              </a:blipFill>
            </p:spPr>
            <p:txBody>
              <a:bodyPr/>
              <a:lstStyle/>
              <a:p>
                <a:r>
                  <a:rPr lang="en-GB">
                    <a:noFill/>
                  </a:rPr>
                  <a:t> </a:t>
                </a:r>
              </a:p>
            </p:txBody>
          </p:sp>
        </mc:Fallback>
      </mc:AlternateContent>
      <p:sp>
        <p:nvSpPr>
          <p:cNvPr id="6" name="Title 1">
            <a:extLst>
              <a:ext uri="{FF2B5EF4-FFF2-40B4-BE49-F238E27FC236}">
                <a16:creationId xmlns:a16="http://schemas.microsoft.com/office/drawing/2014/main" id="{6DA0134A-FF16-4FF1-720C-2DFF37FFB8B3}"/>
              </a:ext>
            </a:extLst>
          </p:cNvPr>
          <p:cNvSpPr>
            <a:spLocks noGrp="1"/>
          </p:cNvSpPr>
          <p:nvPr>
            <p:ph type="title"/>
          </p:nvPr>
        </p:nvSpPr>
        <p:spPr>
          <a:xfrm>
            <a:off x="307258" y="70158"/>
            <a:ext cx="10515600" cy="627932"/>
          </a:xfrm>
        </p:spPr>
        <p:txBody>
          <a:bodyPr>
            <a:normAutofit fontScale="90000"/>
          </a:bodyPr>
          <a:lstStyle/>
          <a:p>
            <a:r>
              <a:rPr lang="en-GB" sz="4000" b="1" dirty="0">
                <a:solidFill>
                  <a:schemeClr val="bg1"/>
                </a:solidFill>
                <a:latin typeface="+mn-lt"/>
              </a:rPr>
              <a:t>Extending to the spatiotemporal setting</a:t>
            </a:r>
          </a:p>
        </p:txBody>
      </p:sp>
    </p:spTree>
    <p:extLst>
      <p:ext uri="{BB962C8B-B14F-4D97-AF65-F5344CB8AC3E}">
        <p14:creationId xmlns:p14="http://schemas.microsoft.com/office/powerpoint/2010/main" val="14021853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5279322-2235-1722-2D02-71586FFD1DFA}"/>
                  </a:ext>
                </a:extLst>
              </p:cNvPr>
              <p:cNvSpPr>
                <a:spLocks noGrp="1"/>
              </p:cNvSpPr>
              <p:nvPr>
                <p:ph idx="1"/>
              </p:nvPr>
            </p:nvSpPr>
            <p:spPr/>
            <p:txBody>
              <a:bodyPr/>
              <a:lstStyle/>
              <a:p>
                <a:r>
                  <a:rPr lang="en-GB" dirty="0"/>
                  <a:t>Note that we can also assume a non-separable covariance function for </a:t>
                </a:r>
                <a14:m>
                  <m:oMath xmlns:m="http://schemas.openxmlformats.org/officeDocument/2006/math">
                    <m:sSub>
                      <m:sSubPr>
                        <m:ctrlPr>
                          <a:rPr lang="en-GB" b="1">
                            <a:latin typeface="Cambria Math" panose="02040503050406030204" pitchFamily="18" charset="0"/>
                          </a:rPr>
                        </m:ctrlPr>
                      </m:sSubPr>
                      <m:e>
                        <m:r>
                          <a:rPr lang="en-GB" b="1">
                            <a:latin typeface="Cambria Math" panose="02040503050406030204" pitchFamily="18" charset="0"/>
                          </a:rPr>
                          <m:t>𝚺</m:t>
                        </m:r>
                      </m:e>
                      <m:sub>
                        <m:r>
                          <a:rPr lang="en-GB" i="1">
                            <a:latin typeface="Cambria Math" panose="02040503050406030204" pitchFamily="18" charset="0"/>
                          </a:rPr>
                          <m:t>𝑍</m:t>
                        </m:r>
                      </m:sub>
                    </m:sSub>
                  </m:oMath>
                </a14:m>
                <a:r>
                  <a:rPr lang="en-GB" dirty="0"/>
                  <a:t> (see </a:t>
                </a:r>
                <a:r>
                  <a:rPr lang="en-GB" dirty="0">
                    <a:hlinkClick r:id="rId2"/>
                  </a:rPr>
                  <a:t>Lindgren et al (2024) </a:t>
                </a:r>
                <a:r>
                  <a:rPr lang="en-GB" dirty="0"/>
                  <a:t>and the </a:t>
                </a:r>
                <a:r>
                  <a:rPr lang="en-GB" dirty="0" err="1">
                    <a:hlinkClick r:id="rId3"/>
                  </a:rPr>
                  <a:t>INLAspacetime</a:t>
                </a:r>
                <a:r>
                  <a:rPr lang="en-GB" dirty="0"/>
                  <a:t> package)</a:t>
                </a:r>
              </a:p>
              <a:p>
                <a:r>
                  <a:rPr lang="en-GB" dirty="0"/>
                  <a:t>The </a:t>
                </a:r>
                <a:r>
                  <a:rPr lang="en-GB" b="1" dirty="0">
                    <a:solidFill>
                      <a:schemeClr val="tx2">
                        <a:lumMod val="75000"/>
                        <a:lumOff val="25000"/>
                      </a:schemeClr>
                    </a:solidFill>
                  </a:rPr>
                  <a:t>prior distributions </a:t>
                </a:r>
                <a:r>
                  <a:rPr lang="en-GB" dirty="0"/>
                  <a:t>placed on the parameters are the same as before. Additionally, we can place a PC prior on </a:t>
                </a:r>
                <a14:m>
                  <m:oMath xmlns:m="http://schemas.openxmlformats.org/officeDocument/2006/math">
                    <m:r>
                      <a:rPr lang="en-GB" b="0" i="1" smtClean="0">
                        <a:latin typeface="Cambria Math" panose="02040503050406030204" pitchFamily="18" charset="0"/>
                      </a:rPr>
                      <m:t>𝜌</m:t>
                    </m:r>
                  </m:oMath>
                </a14:m>
                <a:r>
                  <a:rPr lang="en-GB" dirty="0"/>
                  <a:t>, such that</a:t>
                </a:r>
              </a:p>
              <a:p>
                <a:pPr marL="0" indent="0" algn="ctr">
                  <a:buNone/>
                </a:pPr>
                <a14:m>
                  <m:oMath xmlns:m="http://schemas.openxmlformats.org/officeDocument/2006/math">
                    <m:r>
                      <a:rPr lang="en-GB" b="0" i="1" smtClean="0">
                        <a:latin typeface="Cambria Math" panose="02040503050406030204" pitchFamily="18" charset="0"/>
                      </a:rPr>
                      <m:t>𝑝</m:t>
                    </m:r>
                    <m:d>
                      <m:dPr>
                        <m:ctrlPr>
                          <a:rPr lang="en-GB" b="0" i="1" smtClean="0">
                            <a:latin typeface="Cambria Math" panose="02040503050406030204" pitchFamily="18" charset="0"/>
                          </a:rPr>
                        </m:ctrlPr>
                      </m:dPr>
                      <m:e>
                        <m:r>
                          <a:rPr lang="en-GB" b="0" i="1" smtClean="0">
                            <a:latin typeface="Cambria Math" panose="02040503050406030204" pitchFamily="18" charset="0"/>
                          </a:rPr>
                          <m:t>𝜌</m:t>
                        </m:r>
                        <m:r>
                          <a:rPr lang="en-GB" b="0" i="1" smtClean="0">
                            <a:latin typeface="Cambria Math" panose="02040503050406030204" pitchFamily="18" charset="0"/>
                          </a:rPr>
                          <m:t>&gt;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𝑎</m:t>
                            </m:r>
                          </m:e>
                          <m:sub>
                            <m:r>
                              <a:rPr lang="en-GB" b="0" i="1" smtClean="0">
                                <a:latin typeface="Cambria Math" panose="02040503050406030204" pitchFamily="18" charset="0"/>
                              </a:rPr>
                              <m:t>𝜌</m:t>
                            </m:r>
                          </m:sub>
                        </m:sSub>
                      </m:e>
                    </m:d>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𝜌</m:t>
                        </m:r>
                      </m:sub>
                    </m:sSub>
                  </m:oMath>
                </a14:m>
                <a:r>
                  <a:rPr lang="en-GB" dirty="0"/>
                  <a:t>. </a:t>
                </a:r>
              </a:p>
              <a:p>
                <a:pPr marL="0" indent="0">
                  <a:buNone/>
                </a:pPr>
                <a:r>
                  <a:rPr lang="en-GB" dirty="0"/>
                  <a:t>(For example, we can set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𝑎</m:t>
                        </m:r>
                      </m:e>
                      <m:sub>
                        <m:r>
                          <a:rPr lang="en-GB" i="1">
                            <a:latin typeface="Cambria Math" panose="02040503050406030204" pitchFamily="18" charset="0"/>
                          </a:rPr>
                          <m:t>𝜌</m:t>
                        </m:r>
                      </m:sub>
                    </m:sSub>
                    <m:r>
                      <a:rPr lang="en-GB" b="0" i="1" smtClean="0">
                        <a:latin typeface="Cambria Math" panose="02040503050406030204" pitchFamily="18" charset="0"/>
                      </a:rPr>
                      <m:t>=0</m:t>
                    </m:r>
                  </m:oMath>
                </a14:m>
                <a:r>
                  <a:rPr lang="en-GB" dirty="0"/>
                  <a:t> and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𝑏</m:t>
                        </m:r>
                      </m:e>
                      <m:sub>
                        <m:r>
                          <a:rPr lang="en-GB" i="1">
                            <a:latin typeface="Cambria Math" panose="02040503050406030204" pitchFamily="18" charset="0"/>
                          </a:rPr>
                          <m:t>𝜌</m:t>
                        </m:r>
                      </m:sub>
                    </m:sSub>
                    <m:r>
                      <a:rPr lang="en-GB" b="0" i="1" smtClean="0">
                        <a:latin typeface="Cambria Math" panose="02040503050406030204" pitchFamily="18" charset="0"/>
                      </a:rPr>
                      <m:t>=0.9</m:t>
                    </m:r>
                  </m:oMath>
                </a14:m>
                <a:r>
                  <a:rPr lang="en-GB" dirty="0"/>
                  <a:t>) </a:t>
                </a:r>
              </a:p>
            </p:txBody>
          </p:sp>
        </mc:Choice>
        <mc:Fallback xmlns="">
          <p:sp>
            <p:nvSpPr>
              <p:cNvPr id="3" name="Content Placeholder 2">
                <a:extLst>
                  <a:ext uri="{FF2B5EF4-FFF2-40B4-BE49-F238E27FC236}">
                    <a16:creationId xmlns:a16="http://schemas.microsoft.com/office/drawing/2014/main" id="{75279322-2235-1722-2D02-71586FFD1DFA}"/>
                  </a:ext>
                </a:extLst>
              </p:cNvPr>
              <p:cNvSpPr>
                <a:spLocks noGrp="1" noRot="1" noChangeAspect="1" noMove="1" noResize="1" noEditPoints="1" noAdjustHandles="1" noChangeArrowheads="1" noChangeShapeType="1" noTextEdit="1"/>
              </p:cNvSpPr>
              <p:nvPr>
                <p:ph idx="1"/>
              </p:nvPr>
            </p:nvSpPr>
            <p:spPr>
              <a:blipFill>
                <a:blip r:embed="rId4"/>
                <a:stretch>
                  <a:fillRect l="-1217" t="-2381" r="-1217"/>
                </a:stretch>
              </a:blipFill>
            </p:spPr>
            <p:txBody>
              <a:bodyPr/>
              <a:lstStyle/>
              <a:p>
                <a:r>
                  <a:rPr lang="en-GB">
                    <a:noFill/>
                  </a:rPr>
                  <a:t> </a:t>
                </a:r>
              </a:p>
            </p:txBody>
          </p:sp>
        </mc:Fallback>
      </mc:AlternateContent>
      <p:sp>
        <p:nvSpPr>
          <p:cNvPr id="6" name="Title 1">
            <a:extLst>
              <a:ext uri="{FF2B5EF4-FFF2-40B4-BE49-F238E27FC236}">
                <a16:creationId xmlns:a16="http://schemas.microsoft.com/office/drawing/2014/main" id="{6A95C9CD-9E3A-A497-493E-931571BED0E6}"/>
              </a:ext>
            </a:extLst>
          </p:cNvPr>
          <p:cNvSpPr>
            <a:spLocks noGrp="1"/>
          </p:cNvSpPr>
          <p:nvPr>
            <p:ph type="title"/>
          </p:nvPr>
        </p:nvSpPr>
        <p:spPr>
          <a:xfrm>
            <a:off x="307258" y="70158"/>
            <a:ext cx="10515600" cy="627932"/>
          </a:xfrm>
        </p:spPr>
        <p:txBody>
          <a:bodyPr>
            <a:normAutofit fontScale="90000"/>
          </a:bodyPr>
          <a:lstStyle/>
          <a:p>
            <a:r>
              <a:rPr lang="en-GB" sz="4000" b="1" dirty="0">
                <a:solidFill>
                  <a:schemeClr val="bg1"/>
                </a:solidFill>
                <a:latin typeface="+mn-lt"/>
              </a:rPr>
              <a:t>Extending to the spatiotemporal setting</a:t>
            </a:r>
          </a:p>
        </p:txBody>
      </p:sp>
    </p:spTree>
    <p:extLst>
      <p:ext uri="{BB962C8B-B14F-4D97-AF65-F5344CB8AC3E}">
        <p14:creationId xmlns:p14="http://schemas.microsoft.com/office/powerpoint/2010/main" val="26072250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027DF11-86D2-87DB-92FF-09674CCF21AA}"/>
                  </a:ext>
                </a:extLst>
              </p:cNvPr>
              <p:cNvSpPr>
                <a:spLocks noGrp="1"/>
              </p:cNvSpPr>
              <p:nvPr>
                <p:ph idx="1"/>
              </p:nvPr>
            </p:nvSpPr>
            <p:spPr/>
            <p:txBody>
              <a:bodyPr/>
              <a:lstStyle/>
              <a:p>
                <a:r>
                  <a:rPr lang="en-GB" dirty="0"/>
                  <a:t>For the binomial case, we can write the model as</a:t>
                </a:r>
              </a:p>
              <a:p>
                <a:pPr marL="0" indent="0">
                  <a:buNone/>
                </a:pPr>
                <a14:m>
                  <m:oMathPara xmlns:m="http://schemas.openxmlformats.org/officeDocument/2006/math">
                    <m:oMath>
                      <m:r>
                        <a:rPr lang="en-GB" i="1">
                          <a:latin typeface="Cambria Math" panose="02040503050406030204" pitchFamily="18" charset="0"/>
                        </a:rPr>
                        <m:t>𝑌</m:t>
                      </m:r>
                      <m:d>
                        <m:dPr>
                          <m:ctrlPr>
                            <a:rPr lang="en-GB" b="1" i="1">
                              <a:latin typeface="Cambria Math" panose="02040503050406030204" pitchFamily="18" charset="0"/>
                            </a:rPr>
                          </m:ctrlPr>
                        </m:dPr>
                        <m:e>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i="1">
                                  <a:latin typeface="Cambria Math" panose="02040503050406030204" pitchFamily="18" charset="0"/>
                                </a:rPr>
                                <m:t>𝑖</m:t>
                              </m:r>
                            </m:sub>
                          </m:sSub>
                          <m:r>
                            <a:rPr lang="en-GB" i="1">
                              <a:latin typeface="Cambria Math" panose="02040503050406030204" pitchFamily="18" charset="0"/>
                            </a:rPr>
                            <m:t>,</m:t>
                          </m:r>
                          <m:r>
                            <a:rPr lang="en-GB" i="1">
                              <a:latin typeface="Cambria Math" panose="02040503050406030204" pitchFamily="18" charset="0"/>
                            </a:rPr>
                            <m:t>𝑡</m:t>
                          </m:r>
                        </m:e>
                      </m:d>
                      <m:r>
                        <a:rPr lang="en-GB" i="1">
                          <a:latin typeface="Cambria Math" panose="02040503050406030204" pitchFamily="18" charset="0"/>
                        </a:rPr>
                        <m:t>∼</m:t>
                      </m:r>
                      <m:r>
                        <m:rPr>
                          <m:sty m:val="p"/>
                        </m:rPr>
                        <a:rPr lang="en-GB">
                          <a:latin typeface="Cambria Math" panose="02040503050406030204" pitchFamily="18" charset="0"/>
                        </a:rPr>
                        <m:t>Binomial</m:t>
                      </m:r>
                      <m:d>
                        <m:dPr>
                          <m:ctrlPr>
                            <a:rPr lang="en-GB" i="1">
                              <a:latin typeface="Cambria Math" panose="02040503050406030204" pitchFamily="18" charset="0"/>
                            </a:rPr>
                          </m:ctrlPr>
                        </m:dPr>
                        <m:e>
                          <m:r>
                            <a:rPr lang="en-GB" i="1">
                              <a:latin typeface="Cambria Math" panose="02040503050406030204" pitchFamily="18" charset="0"/>
                            </a:rPr>
                            <m:t>𝑚</m:t>
                          </m:r>
                          <m:d>
                            <m:dPr>
                              <m:ctrlPr>
                                <a:rPr lang="en-GB" b="1" i="1">
                                  <a:latin typeface="Cambria Math" panose="02040503050406030204" pitchFamily="18" charset="0"/>
                                </a:rPr>
                              </m:ctrlPr>
                            </m:dPr>
                            <m:e>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i="1">
                                      <a:latin typeface="Cambria Math" panose="02040503050406030204" pitchFamily="18" charset="0"/>
                                    </a:rPr>
                                    <m:t>𝑖</m:t>
                                  </m:r>
                                </m:sub>
                              </m:sSub>
                              <m:r>
                                <a:rPr lang="en-GB" i="1">
                                  <a:latin typeface="Cambria Math" panose="02040503050406030204" pitchFamily="18" charset="0"/>
                                </a:rPr>
                                <m:t>,</m:t>
                              </m:r>
                              <m:r>
                                <a:rPr lang="en-GB" i="1">
                                  <a:latin typeface="Cambria Math" panose="02040503050406030204" pitchFamily="18" charset="0"/>
                                </a:rPr>
                                <m:t>𝑡</m:t>
                              </m:r>
                            </m:e>
                          </m:d>
                          <m:r>
                            <a:rPr lang="en-GB" i="1">
                              <a:latin typeface="Cambria Math" panose="02040503050406030204" pitchFamily="18" charset="0"/>
                            </a:rPr>
                            <m:t>,</m:t>
                          </m:r>
                          <m:r>
                            <a:rPr lang="en-GB" i="1">
                              <a:latin typeface="Cambria Math" panose="02040503050406030204" pitchFamily="18" charset="0"/>
                            </a:rPr>
                            <m:t>𝑝</m:t>
                          </m:r>
                          <m:d>
                            <m:dPr>
                              <m:ctrlPr>
                                <a:rPr lang="en-GB" b="1" i="1">
                                  <a:latin typeface="Cambria Math" panose="02040503050406030204" pitchFamily="18" charset="0"/>
                                </a:rPr>
                              </m:ctrlPr>
                            </m:dPr>
                            <m:e>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i="1">
                                      <a:latin typeface="Cambria Math" panose="02040503050406030204" pitchFamily="18" charset="0"/>
                                    </a:rPr>
                                    <m:t>𝑖</m:t>
                                  </m:r>
                                </m:sub>
                              </m:sSub>
                              <m:r>
                                <a:rPr lang="en-GB" i="1">
                                  <a:latin typeface="Cambria Math" panose="02040503050406030204" pitchFamily="18" charset="0"/>
                                </a:rPr>
                                <m:t>,</m:t>
                              </m:r>
                              <m:r>
                                <a:rPr lang="en-GB" i="1">
                                  <a:latin typeface="Cambria Math" panose="02040503050406030204" pitchFamily="18" charset="0"/>
                                </a:rPr>
                                <m:t>𝑡</m:t>
                              </m:r>
                            </m:e>
                          </m:d>
                        </m:e>
                      </m:d>
                      <m:r>
                        <a:rPr lang="en-GB" i="1">
                          <a:latin typeface="Cambria Math" panose="02040503050406030204" pitchFamily="18" charset="0"/>
                        </a:rPr>
                        <m:t>,</m:t>
                      </m:r>
                    </m:oMath>
                  </m:oMathPara>
                </a14:m>
                <a:endParaRPr lang="en-GB" dirty="0"/>
              </a:p>
              <a:p>
                <a:pPr marL="0" indent="0">
                  <a:buNone/>
                </a:pPr>
                <a:r>
                  <a:rPr lang="en-GB" dirty="0"/>
                  <a:t>                  </a:t>
                </a:r>
                <a14:m>
                  <m:oMath xmlns:m="http://schemas.openxmlformats.org/officeDocument/2006/math">
                    <m:r>
                      <m:rPr>
                        <m:sty m:val="p"/>
                      </m:rPr>
                      <a:rPr lang="en-GB">
                        <a:latin typeface="Cambria Math" panose="02040503050406030204" pitchFamily="18" charset="0"/>
                      </a:rPr>
                      <m:t>logit</m:t>
                    </m:r>
                    <m:d>
                      <m:dPr>
                        <m:ctrlPr>
                          <a:rPr lang="en-GB" i="1">
                            <a:latin typeface="Cambria Math" panose="02040503050406030204" pitchFamily="18" charset="0"/>
                          </a:rPr>
                        </m:ctrlPr>
                      </m:dPr>
                      <m:e>
                        <m:r>
                          <a:rPr lang="en-GB" i="1">
                            <a:latin typeface="Cambria Math" panose="02040503050406030204" pitchFamily="18" charset="0"/>
                          </a:rPr>
                          <m:t>𝑝</m:t>
                        </m:r>
                        <m:d>
                          <m:dPr>
                            <m:ctrlPr>
                              <a:rPr lang="en-GB" b="1" i="1">
                                <a:latin typeface="Cambria Math" panose="02040503050406030204" pitchFamily="18" charset="0"/>
                              </a:rPr>
                            </m:ctrlPr>
                          </m:dPr>
                          <m:e>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i="1">
                                    <a:latin typeface="Cambria Math" panose="02040503050406030204" pitchFamily="18" charset="0"/>
                                  </a:rPr>
                                  <m:t>𝑖</m:t>
                                </m:r>
                              </m:sub>
                            </m:sSub>
                            <m:r>
                              <a:rPr lang="en-GB" i="1">
                                <a:latin typeface="Cambria Math" panose="02040503050406030204" pitchFamily="18" charset="0"/>
                              </a:rPr>
                              <m:t>,</m:t>
                            </m:r>
                            <m:r>
                              <a:rPr lang="en-GB" i="1">
                                <a:latin typeface="Cambria Math" panose="02040503050406030204" pitchFamily="18" charset="0"/>
                              </a:rPr>
                              <m:t>𝑡</m:t>
                            </m:r>
                          </m:e>
                        </m:d>
                      </m:e>
                    </m:d>
                    <m:r>
                      <a:rPr lang="en-GB" i="1">
                        <a:latin typeface="Cambria Math" panose="02040503050406030204" pitchFamily="18" charset="0"/>
                      </a:rPr>
                      <m:t>=</m:t>
                    </m:r>
                    <m:r>
                      <a:rPr lang="en-GB" b="1">
                        <a:latin typeface="Cambria Math" panose="02040503050406030204" pitchFamily="18" charset="0"/>
                      </a:rPr>
                      <m:t>𝐱</m:t>
                    </m:r>
                    <m:sSup>
                      <m:sSupPr>
                        <m:ctrlPr>
                          <a:rPr lang="en-GB" b="1" i="1">
                            <a:latin typeface="Cambria Math" panose="02040503050406030204" pitchFamily="18" charset="0"/>
                          </a:rPr>
                        </m:ctrlPr>
                      </m:sSupPr>
                      <m:e>
                        <m:d>
                          <m:dPr>
                            <m:ctrlPr>
                              <a:rPr lang="en-GB" b="1" i="1">
                                <a:latin typeface="Cambria Math" panose="02040503050406030204" pitchFamily="18" charset="0"/>
                              </a:rPr>
                            </m:ctrlPr>
                          </m:dPr>
                          <m:e>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i="1">
                                    <a:latin typeface="Cambria Math" panose="02040503050406030204" pitchFamily="18" charset="0"/>
                                  </a:rPr>
                                  <m:t>𝑖</m:t>
                                </m:r>
                              </m:sub>
                            </m:sSub>
                            <m:r>
                              <a:rPr lang="en-GB" i="1">
                                <a:latin typeface="Cambria Math" panose="02040503050406030204" pitchFamily="18" charset="0"/>
                              </a:rPr>
                              <m:t>,</m:t>
                            </m:r>
                            <m:r>
                              <a:rPr lang="en-GB" i="1">
                                <a:latin typeface="Cambria Math" panose="02040503050406030204" pitchFamily="18" charset="0"/>
                              </a:rPr>
                              <m:t>𝑡</m:t>
                            </m:r>
                          </m:e>
                        </m:d>
                      </m:e>
                      <m:sup>
                        <m:r>
                          <a:rPr lang="en-GB" i="1">
                            <a:latin typeface="Cambria Math" panose="02040503050406030204" pitchFamily="18" charset="0"/>
                          </a:rPr>
                          <m:t>𝑇</m:t>
                        </m:r>
                      </m:sup>
                    </m:sSup>
                    <m:r>
                      <a:rPr lang="en-GB" b="1" i="1">
                        <a:latin typeface="Cambria Math" panose="02040503050406030204" pitchFamily="18" charset="0"/>
                      </a:rPr>
                      <m:t>𝜷</m:t>
                    </m:r>
                    <m:r>
                      <a:rPr lang="en-GB" b="1" i="1">
                        <a:latin typeface="Cambria Math" panose="02040503050406030204" pitchFamily="18" charset="0"/>
                      </a:rPr>
                      <m:t>+</m:t>
                    </m:r>
                    <m:r>
                      <a:rPr lang="en-GB" i="1">
                        <a:latin typeface="Cambria Math" panose="02040503050406030204" pitchFamily="18" charset="0"/>
                      </a:rPr>
                      <m:t>𝜔</m:t>
                    </m:r>
                    <m:d>
                      <m:dPr>
                        <m:ctrlPr>
                          <a:rPr lang="en-GB" b="1" i="1">
                            <a:latin typeface="Cambria Math" panose="02040503050406030204" pitchFamily="18" charset="0"/>
                          </a:rPr>
                        </m:ctrlPr>
                      </m:dPr>
                      <m:e>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i="1">
                                <a:latin typeface="Cambria Math" panose="02040503050406030204" pitchFamily="18" charset="0"/>
                              </a:rPr>
                              <m:t>𝑖</m:t>
                            </m:r>
                          </m:sub>
                        </m:sSub>
                        <m:r>
                          <a:rPr lang="en-GB" i="1">
                            <a:latin typeface="Cambria Math" panose="02040503050406030204" pitchFamily="18" charset="0"/>
                          </a:rPr>
                          <m:t>,</m:t>
                        </m:r>
                        <m:r>
                          <a:rPr lang="en-GB" i="1">
                            <a:latin typeface="Cambria Math" panose="02040503050406030204" pitchFamily="18" charset="0"/>
                          </a:rPr>
                          <m:t>𝑡</m:t>
                        </m:r>
                      </m:e>
                    </m:d>
                    <m:r>
                      <a:rPr lang="en-GB" b="1" i="1">
                        <a:latin typeface="Cambria Math" panose="02040503050406030204" pitchFamily="18" charset="0"/>
                      </a:rPr>
                      <m:t>+</m:t>
                    </m:r>
                    <m:r>
                      <a:rPr lang="en-GB" i="1">
                        <a:latin typeface="Cambria Math" panose="02040503050406030204" pitchFamily="18" charset="0"/>
                      </a:rPr>
                      <m:t>𝜖</m:t>
                    </m:r>
                    <m:d>
                      <m:dPr>
                        <m:ctrlPr>
                          <a:rPr lang="en-GB" b="1" i="1">
                            <a:latin typeface="Cambria Math" panose="02040503050406030204" pitchFamily="18" charset="0"/>
                          </a:rPr>
                        </m:ctrlPr>
                      </m:dPr>
                      <m:e>
                        <m:sSub>
                          <m:sSubPr>
                            <m:ctrlPr>
                              <a:rPr lang="en-GB" b="1" i="1">
                                <a:latin typeface="Cambria Math" panose="02040503050406030204" pitchFamily="18" charset="0"/>
                              </a:rPr>
                            </m:ctrlPr>
                          </m:sSubPr>
                          <m:e>
                            <m:r>
                              <a:rPr lang="en-GB" b="1" i="1">
                                <a:latin typeface="Cambria Math" panose="02040503050406030204" pitchFamily="18" charset="0"/>
                              </a:rPr>
                              <m:t>𝒔</m:t>
                            </m:r>
                          </m:e>
                          <m:sub>
                            <m:r>
                              <a:rPr lang="en-GB" i="1">
                                <a:latin typeface="Cambria Math" panose="02040503050406030204" pitchFamily="18" charset="0"/>
                              </a:rPr>
                              <m:t>𝑖</m:t>
                            </m:r>
                          </m:sub>
                        </m:sSub>
                        <m:r>
                          <a:rPr lang="en-GB" i="1">
                            <a:latin typeface="Cambria Math" panose="02040503050406030204" pitchFamily="18" charset="0"/>
                          </a:rPr>
                          <m:t>,</m:t>
                        </m:r>
                        <m:r>
                          <a:rPr lang="en-GB" i="1">
                            <a:latin typeface="Cambria Math" panose="02040503050406030204" pitchFamily="18" charset="0"/>
                          </a:rPr>
                          <m:t>𝑡</m:t>
                        </m:r>
                      </m:e>
                    </m:d>
                  </m:oMath>
                </a14:m>
                <a:r>
                  <a:rPr lang="en-GB" dirty="0"/>
                  <a:t>.</a:t>
                </a:r>
              </a:p>
              <a:p>
                <a:pPr marL="0" indent="0">
                  <a:buNone/>
                </a:pPr>
                <a:endParaRPr lang="en-GB" dirty="0"/>
              </a:p>
              <a:p>
                <a:r>
                  <a:rPr lang="en-GB" dirty="0"/>
                  <a:t>The parameters can be interpreted as before.</a:t>
                </a:r>
              </a:p>
            </p:txBody>
          </p:sp>
        </mc:Choice>
        <mc:Fallback xmlns="">
          <p:sp>
            <p:nvSpPr>
              <p:cNvPr id="3" name="Content Placeholder 2">
                <a:extLst>
                  <a:ext uri="{FF2B5EF4-FFF2-40B4-BE49-F238E27FC236}">
                    <a16:creationId xmlns:a16="http://schemas.microsoft.com/office/drawing/2014/main" id="{6027DF11-86D2-87DB-92FF-09674CCF21AA}"/>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GB">
                    <a:noFill/>
                  </a:rPr>
                  <a:t> </a:t>
                </a:r>
              </a:p>
            </p:txBody>
          </p:sp>
        </mc:Fallback>
      </mc:AlternateContent>
      <p:sp>
        <p:nvSpPr>
          <p:cNvPr id="6" name="Title 1">
            <a:extLst>
              <a:ext uri="{FF2B5EF4-FFF2-40B4-BE49-F238E27FC236}">
                <a16:creationId xmlns:a16="http://schemas.microsoft.com/office/drawing/2014/main" id="{304B7896-2A52-14C7-AFF1-FC7062CB88E8}"/>
              </a:ext>
            </a:extLst>
          </p:cNvPr>
          <p:cNvSpPr>
            <a:spLocks noGrp="1"/>
          </p:cNvSpPr>
          <p:nvPr>
            <p:ph type="title"/>
          </p:nvPr>
        </p:nvSpPr>
        <p:spPr>
          <a:xfrm>
            <a:off x="307258" y="70158"/>
            <a:ext cx="10515600" cy="627932"/>
          </a:xfrm>
        </p:spPr>
        <p:txBody>
          <a:bodyPr>
            <a:normAutofit fontScale="90000"/>
          </a:bodyPr>
          <a:lstStyle/>
          <a:p>
            <a:r>
              <a:rPr lang="en-GB" sz="4000" b="1" dirty="0">
                <a:solidFill>
                  <a:schemeClr val="bg1"/>
                </a:solidFill>
                <a:latin typeface="+mn-lt"/>
              </a:rPr>
              <a:t>Extending to the spatiotemporal setting</a:t>
            </a:r>
          </a:p>
        </p:txBody>
      </p:sp>
    </p:spTree>
    <p:extLst>
      <p:ext uri="{BB962C8B-B14F-4D97-AF65-F5344CB8AC3E}">
        <p14:creationId xmlns:p14="http://schemas.microsoft.com/office/powerpoint/2010/main" val="6770635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8409C-2478-31F2-BB9B-0645284DAC06}"/>
              </a:ext>
            </a:extLst>
          </p:cNvPr>
          <p:cNvSpPr>
            <a:spLocks noGrp="1"/>
          </p:cNvSpPr>
          <p:nvPr>
            <p:ph type="title"/>
          </p:nvPr>
        </p:nvSpPr>
        <p:spPr>
          <a:xfrm>
            <a:off x="317090" y="72768"/>
            <a:ext cx="10515600" cy="608269"/>
          </a:xfrm>
        </p:spPr>
        <p:txBody>
          <a:bodyPr>
            <a:normAutofit/>
          </a:bodyPr>
          <a:lstStyle/>
          <a:p>
            <a:r>
              <a:rPr lang="en-GB" sz="3200" b="1" dirty="0">
                <a:solidFill>
                  <a:schemeClr val="bg1"/>
                </a:solidFill>
                <a:latin typeface="+mn-lt"/>
              </a:rPr>
              <a:t>Further topics in spatial and spatiotemporal modelling</a:t>
            </a:r>
          </a:p>
        </p:txBody>
      </p:sp>
      <p:sp>
        <p:nvSpPr>
          <p:cNvPr id="3" name="Content Placeholder 2">
            <a:extLst>
              <a:ext uri="{FF2B5EF4-FFF2-40B4-BE49-F238E27FC236}">
                <a16:creationId xmlns:a16="http://schemas.microsoft.com/office/drawing/2014/main" id="{2AE3B5E5-F0B4-9AEC-1842-65A01E9BA017}"/>
              </a:ext>
            </a:extLst>
          </p:cNvPr>
          <p:cNvSpPr>
            <a:spLocks noGrp="1"/>
          </p:cNvSpPr>
          <p:nvPr>
            <p:ph idx="1"/>
          </p:nvPr>
        </p:nvSpPr>
        <p:spPr>
          <a:xfrm>
            <a:off x="838200" y="1755928"/>
            <a:ext cx="10515600" cy="3838627"/>
          </a:xfrm>
        </p:spPr>
        <p:txBody>
          <a:bodyPr>
            <a:normAutofit fontScale="92500" lnSpcReduction="20000"/>
          </a:bodyPr>
          <a:lstStyle/>
          <a:p>
            <a:r>
              <a:rPr lang="en-GB" dirty="0"/>
              <a:t>Hybrid models  (combining machine learning and spatial/spatiotemporal models)</a:t>
            </a:r>
          </a:p>
          <a:p>
            <a:r>
              <a:rPr lang="en-GB" dirty="0"/>
              <a:t>Spatial big data</a:t>
            </a:r>
          </a:p>
          <a:p>
            <a:r>
              <a:rPr lang="en-GB" dirty="0"/>
              <a:t>Multivariate models</a:t>
            </a:r>
          </a:p>
          <a:p>
            <a:r>
              <a:rPr lang="en-GB" dirty="0"/>
              <a:t>Spatial and spatiotemporal disaggregation</a:t>
            </a:r>
          </a:p>
          <a:p>
            <a:r>
              <a:rPr lang="en-GB" dirty="0"/>
              <a:t>Emerging Bayesian computational methods (e.g., INLA combined with MCMC)</a:t>
            </a:r>
          </a:p>
          <a:p>
            <a:r>
              <a:rPr lang="en-GB" dirty="0"/>
              <a:t>Data integration (e.g., fusion models) and multi-source spatial modelling (e.g., combining household surveys, routine surveillance, and satellite data).</a:t>
            </a:r>
          </a:p>
          <a:p>
            <a:endParaRPr lang="en-GB" dirty="0"/>
          </a:p>
          <a:p>
            <a:endParaRPr lang="en-GB" dirty="0"/>
          </a:p>
        </p:txBody>
      </p:sp>
    </p:spTree>
    <p:extLst>
      <p:ext uri="{BB962C8B-B14F-4D97-AF65-F5344CB8AC3E}">
        <p14:creationId xmlns:p14="http://schemas.microsoft.com/office/powerpoint/2010/main" val="30459332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29308-8534-6F63-812A-5153EA3AE8DE}"/>
              </a:ext>
            </a:extLst>
          </p:cNvPr>
          <p:cNvSpPr>
            <a:spLocks noGrp="1"/>
          </p:cNvSpPr>
          <p:nvPr>
            <p:ph type="title"/>
          </p:nvPr>
        </p:nvSpPr>
        <p:spPr>
          <a:xfrm>
            <a:off x="503903" y="33439"/>
            <a:ext cx="10515600" cy="647598"/>
          </a:xfrm>
        </p:spPr>
        <p:txBody>
          <a:bodyPr>
            <a:normAutofit fontScale="90000"/>
          </a:bodyPr>
          <a:lstStyle/>
          <a:p>
            <a:r>
              <a:rPr lang="en-GB" b="1" dirty="0">
                <a:solidFill>
                  <a:schemeClr val="bg1"/>
                </a:solidFill>
                <a:latin typeface="+mn-lt"/>
              </a:rPr>
              <a:t>Exercise 6</a:t>
            </a:r>
          </a:p>
        </p:txBody>
      </p:sp>
      <p:sp>
        <p:nvSpPr>
          <p:cNvPr id="3" name="Content Placeholder 2">
            <a:extLst>
              <a:ext uri="{FF2B5EF4-FFF2-40B4-BE49-F238E27FC236}">
                <a16:creationId xmlns:a16="http://schemas.microsoft.com/office/drawing/2014/main" id="{513B6DA5-7C42-F859-4766-B924BC3449B2}"/>
              </a:ext>
            </a:extLst>
          </p:cNvPr>
          <p:cNvSpPr>
            <a:spLocks noGrp="1"/>
          </p:cNvSpPr>
          <p:nvPr>
            <p:ph idx="1"/>
          </p:nvPr>
        </p:nvSpPr>
        <p:spPr>
          <a:xfrm>
            <a:off x="503903" y="1550321"/>
            <a:ext cx="11088330" cy="4398195"/>
          </a:xfrm>
        </p:spPr>
        <p:txBody>
          <a:bodyPr>
            <a:normAutofit fontScale="85000" lnSpcReduction="20000"/>
          </a:bodyPr>
          <a:lstStyle/>
          <a:p>
            <a:pPr marL="0" indent="0" algn="just">
              <a:buNone/>
            </a:pPr>
            <a:r>
              <a:rPr lang="en-GB" dirty="0"/>
              <a:t>Spatial modelling using practice data mimicking cluster level Demographic and Health Survey data on vaccination coverage (same data used for Exercise 5) in Nigeria</a:t>
            </a:r>
          </a:p>
          <a:p>
            <a:pPr marL="0" indent="0" algn="just">
              <a:buNone/>
            </a:pPr>
            <a:endParaRPr lang="en-GB" dirty="0"/>
          </a:p>
          <a:p>
            <a:pPr algn="just"/>
            <a:r>
              <a:rPr lang="en-GB" dirty="0"/>
              <a:t>Having previously established the presence of residual spatial autocorrelation in the analysis in Exercise 5, we will now fit a spatial model using the data. We will use the model to predict the outcome (vaccination coverage) at 10 x 10 km resolution and then aggregate the predictions to the state level. </a:t>
            </a:r>
          </a:p>
          <a:p>
            <a:r>
              <a:rPr lang="en-GB" dirty="0"/>
              <a:t>The model will be implemented using </a:t>
            </a:r>
            <a:r>
              <a:rPr lang="en-GB" b="1" dirty="0" err="1"/>
              <a:t>inlabru</a:t>
            </a:r>
            <a:r>
              <a:rPr lang="en-GB" b="1" dirty="0"/>
              <a:t>.</a:t>
            </a:r>
          </a:p>
          <a:p>
            <a:r>
              <a:rPr lang="en-GB" dirty="0"/>
              <a:t>There are two modelling scripts provided. Run “</a:t>
            </a:r>
            <a:r>
              <a:rPr lang="en-GB" dirty="0" err="1"/>
              <a:t>model_fitting_and_prediction_geographic.R</a:t>
            </a:r>
            <a:r>
              <a:rPr lang="en-GB" dirty="0"/>
              <a:t>” (Geographic) first and the other script (UTM) later.</a:t>
            </a:r>
          </a:p>
          <a:p>
            <a:r>
              <a:rPr lang="en-GB" dirty="0"/>
              <a:t>Also, you can practice how to perform random k-fold cross-validation for geostatistical models using the script “</a:t>
            </a:r>
            <a:r>
              <a:rPr lang="en-GB" dirty="0" err="1"/>
              <a:t>Cross_validation_script.R</a:t>
            </a:r>
            <a:r>
              <a:rPr lang="en-GB" dirty="0"/>
              <a:t>” </a:t>
            </a:r>
          </a:p>
          <a:p>
            <a:endParaRPr lang="en-GB" dirty="0"/>
          </a:p>
        </p:txBody>
      </p:sp>
    </p:spTree>
    <p:extLst>
      <p:ext uri="{BB962C8B-B14F-4D97-AF65-F5344CB8AC3E}">
        <p14:creationId xmlns:p14="http://schemas.microsoft.com/office/powerpoint/2010/main" val="23865354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D32EB8-C9D0-3AFA-A6C0-87CA6F67FC3F}"/>
              </a:ext>
            </a:extLst>
          </p:cNvPr>
          <p:cNvSpPr>
            <a:spLocks noGrp="1"/>
          </p:cNvSpPr>
          <p:nvPr>
            <p:ph idx="1"/>
          </p:nvPr>
        </p:nvSpPr>
        <p:spPr>
          <a:xfrm>
            <a:off x="572729" y="1383173"/>
            <a:ext cx="10515600" cy="4211381"/>
          </a:xfrm>
        </p:spPr>
        <p:txBody>
          <a:bodyPr>
            <a:normAutofit/>
          </a:bodyPr>
          <a:lstStyle/>
          <a:p>
            <a:r>
              <a:rPr lang="en-GB" dirty="0"/>
              <a:t>The covariates included in the data were identified via a covariate selection process which involved fitting a non-spatial Binomial GLM, checking for (multi)collinearity, log-transforming some covariates to encourage linearity and using stepwise AIC (backward elimination) for final covariate selection. </a:t>
            </a:r>
          </a:p>
          <a:p>
            <a:endParaRPr lang="en-GB" dirty="0"/>
          </a:p>
          <a:p>
            <a:r>
              <a:rPr lang="en-GB" dirty="0"/>
              <a:t>The selected covariates include travel time to urban areas, pig density, distance to edge of cultivated areas, distance to conflicts, precipitation, proximity to national borders, land surface temperature, EVI and urban/rural residence.</a:t>
            </a:r>
          </a:p>
          <a:p>
            <a:endParaRPr lang="en-GB" dirty="0"/>
          </a:p>
        </p:txBody>
      </p:sp>
      <p:sp>
        <p:nvSpPr>
          <p:cNvPr id="4" name="Title 1">
            <a:extLst>
              <a:ext uri="{FF2B5EF4-FFF2-40B4-BE49-F238E27FC236}">
                <a16:creationId xmlns:a16="http://schemas.microsoft.com/office/drawing/2014/main" id="{99D518A8-7246-ED5E-023B-83D39EBCE93E}"/>
              </a:ext>
            </a:extLst>
          </p:cNvPr>
          <p:cNvSpPr>
            <a:spLocks noGrp="1"/>
          </p:cNvSpPr>
          <p:nvPr>
            <p:ph type="title"/>
          </p:nvPr>
        </p:nvSpPr>
        <p:spPr>
          <a:xfrm>
            <a:off x="503903" y="33439"/>
            <a:ext cx="10515600" cy="647598"/>
          </a:xfrm>
        </p:spPr>
        <p:txBody>
          <a:bodyPr>
            <a:normAutofit fontScale="90000"/>
          </a:bodyPr>
          <a:lstStyle/>
          <a:p>
            <a:r>
              <a:rPr lang="en-GB" b="1" dirty="0">
                <a:solidFill>
                  <a:schemeClr val="bg1"/>
                </a:solidFill>
                <a:latin typeface="+mn-lt"/>
              </a:rPr>
              <a:t>Exercise 6</a:t>
            </a:r>
          </a:p>
        </p:txBody>
      </p:sp>
    </p:spTree>
    <p:extLst>
      <p:ext uri="{BB962C8B-B14F-4D97-AF65-F5344CB8AC3E}">
        <p14:creationId xmlns:p14="http://schemas.microsoft.com/office/powerpoint/2010/main" val="2849210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53B7C81-D8BB-EC9F-3363-2E45BC49DE3F}"/>
                  </a:ext>
                </a:extLst>
              </p:cNvPr>
              <p:cNvSpPr>
                <a:spLocks noGrp="1"/>
              </p:cNvSpPr>
              <p:nvPr>
                <p:ph idx="1"/>
              </p:nvPr>
            </p:nvSpPr>
            <p:spPr>
              <a:xfrm>
                <a:off x="700549" y="1510992"/>
                <a:ext cx="10515600" cy="4351338"/>
              </a:xfrm>
            </p:spPr>
            <p:txBody>
              <a:bodyPr/>
              <a:lstStyle/>
              <a:p>
                <a:pPr marL="0" indent="0">
                  <a:buNone/>
                </a:pPr>
                <a:r>
                  <a:rPr lang="en-GB" dirty="0"/>
                  <a:t>Spatiotemporal data modelling using Piemonte air pollution data</a:t>
                </a:r>
              </a:p>
              <a:p>
                <a:endParaRPr lang="en-GB" dirty="0"/>
              </a:p>
              <a:p>
                <a:r>
                  <a:rPr lang="en-GB" dirty="0"/>
                  <a:t>The Piemonte data records daily concentrations of fine particulate matter (PM10) measured at air-quality monitoring stations in the Piemonte region of northern Italy. The study period is from 1 October 2005 to 31 March 2006, covering 182 days. The data were collected from a network of 24 air quality monitoring stations. </a:t>
                </a:r>
              </a:p>
              <a:p>
                <a:r>
                  <a:rPr lang="en-GB" dirty="0"/>
                  <a:t>The outcome variable is daily PM10 concentration, measured in </a:t>
                </a:r>
                <a14:m>
                  <m:oMath xmlns:m="http://schemas.openxmlformats.org/officeDocument/2006/math">
                    <m:r>
                      <a:rPr lang="en-GB" b="0" i="1" smtClean="0">
                        <a:latin typeface="Cambria Math" panose="02040503050406030204" pitchFamily="18" charset="0"/>
                      </a:rPr>
                      <m:t>𝜇</m:t>
                    </m:r>
                    <m:r>
                      <a:rPr lang="en-GB" b="0" i="1" smtClean="0">
                        <a:latin typeface="Cambria Math" panose="02040503050406030204" pitchFamily="18" charset="0"/>
                      </a:rPr>
                      <m:t>𝑔</m:t>
                    </m:r>
                    <m:r>
                      <a:rPr lang="en-GB" b="0" i="1" smtClean="0">
                        <a:latin typeface="Cambria Math" panose="02040503050406030204" pitchFamily="18" charset="0"/>
                      </a:rPr>
                      <m:t>/</m:t>
                    </m:r>
                    <m:sSup>
                      <m:sSupPr>
                        <m:ctrlPr>
                          <a:rPr lang="en-GB" b="0" i="1" smtClean="0">
                            <a:latin typeface="Cambria Math" panose="02040503050406030204" pitchFamily="18" charset="0"/>
                          </a:rPr>
                        </m:ctrlPr>
                      </m:sSupPr>
                      <m:e>
                        <m:r>
                          <a:rPr lang="en-GB" b="0" i="1" smtClean="0">
                            <a:latin typeface="Cambria Math" panose="02040503050406030204" pitchFamily="18" charset="0"/>
                          </a:rPr>
                          <m:t>𝑚</m:t>
                        </m:r>
                      </m:e>
                      <m:sup>
                        <m:r>
                          <a:rPr lang="en-GB" b="0" i="1" smtClean="0">
                            <a:latin typeface="Cambria Math" panose="02040503050406030204" pitchFamily="18" charset="0"/>
                          </a:rPr>
                          <m:t>3</m:t>
                        </m:r>
                      </m:sup>
                    </m:sSup>
                  </m:oMath>
                </a14:m>
                <a:r>
                  <a:rPr lang="en-GB" dirty="0"/>
                  <a:t>. We will model this on the log scale.</a:t>
                </a:r>
              </a:p>
            </p:txBody>
          </p:sp>
        </mc:Choice>
        <mc:Fallback>
          <p:sp>
            <p:nvSpPr>
              <p:cNvPr id="3" name="Content Placeholder 2">
                <a:extLst>
                  <a:ext uri="{FF2B5EF4-FFF2-40B4-BE49-F238E27FC236}">
                    <a16:creationId xmlns:a16="http://schemas.microsoft.com/office/drawing/2014/main" id="{953B7C81-D8BB-EC9F-3363-2E45BC49DE3F}"/>
                  </a:ext>
                </a:extLst>
              </p:cNvPr>
              <p:cNvSpPr>
                <a:spLocks noGrp="1" noRot="1" noChangeAspect="1" noMove="1" noResize="1" noEditPoints="1" noAdjustHandles="1" noChangeArrowheads="1" noChangeShapeType="1" noTextEdit="1"/>
              </p:cNvSpPr>
              <p:nvPr>
                <p:ph idx="1"/>
              </p:nvPr>
            </p:nvSpPr>
            <p:spPr>
              <a:xfrm>
                <a:off x="700549" y="1510992"/>
                <a:ext cx="10515600" cy="4351338"/>
              </a:xfrm>
              <a:blipFill>
                <a:blip r:embed="rId2"/>
                <a:stretch>
                  <a:fillRect l="-1217" t="-2521" r="-1507"/>
                </a:stretch>
              </a:blipFill>
            </p:spPr>
            <p:txBody>
              <a:bodyPr/>
              <a:lstStyle/>
              <a:p>
                <a:r>
                  <a:rPr lang="en-GB">
                    <a:noFill/>
                  </a:rPr>
                  <a:t> </a:t>
                </a:r>
              </a:p>
            </p:txBody>
          </p:sp>
        </mc:Fallback>
      </mc:AlternateContent>
      <p:sp>
        <p:nvSpPr>
          <p:cNvPr id="6" name="Title 1">
            <a:extLst>
              <a:ext uri="{FF2B5EF4-FFF2-40B4-BE49-F238E27FC236}">
                <a16:creationId xmlns:a16="http://schemas.microsoft.com/office/drawing/2014/main" id="{465034D8-044C-0B71-96B9-8693BF5B50CE}"/>
              </a:ext>
            </a:extLst>
          </p:cNvPr>
          <p:cNvSpPr>
            <a:spLocks noGrp="1"/>
          </p:cNvSpPr>
          <p:nvPr>
            <p:ph type="title"/>
          </p:nvPr>
        </p:nvSpPr>
        <p:spPr>
          <a:xfrm>
            <a:off x="503903" y="33439"/>
            <a:ext cx="10515600" cy="647598"/>
          </a:xfrm>
        </p:spPr>
        <p:txBody>
          <a:bodyPr>
            <a:normAutofit fontScale="90000"/>
          </a:bodyPr>
          <a:lstStyle/>
          <a:p>
            <a:r>
              <a:rPr lang="en-GB" b="1" dirty="0">
                <a:solidFill>
                  <a:schemeClr val="bg1"/>
                </a:solidFill>
                <a:latin typeface="+mn-lt"/>
              </a:rPr>
              <a:t>Exercise 7</a:t>
            </a:r>
          </a:p>
        </p:txBody>
      </p:sp>
    </p:spTree>
    <p:extLst>
      <p:ext uri="{BB962C8B-B14F-4D97-AF65-F5344CB8AC3E}">
        <p14:creationId xmlns:p14="http://schemas.microsoft.com/office/powerpoint/2010/main" val="15746543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0C4F78-028D-0A13-B21A-A9F99D86AE54}"/>
              </a:ext>
            </a:extLst>
          </p:cNvPr>
          <p:cNvSpPr>
            <a:spLocks noGrp="1"/>
          </p:cNvSpPr>
          <p:nvPr>
            <p:ph idx="1"/>
          </p:nvPr>
        </p:nvSpPr>
        <p:spPr>
          <a:xfrm>
            <a:off x="503903" y="1518367"/>
            <a:ext cx="10515600" cy="461414"/>
          </a:xfrm>
        </p:spPr>
        <p:txBody>
          <a:bodyPr>
            <a:normAutofit lnSpcReduction="10000"/>
          </a:bodyPr>
          <a:lstStyle/>
          <a:p>
            <a:r>
              <a:rPr lang="en-GB" dirty="0"/>
              <a:t>The covariates include:</a:t>
            </a:r>
          </a:p>
          <a:p>
            <a:endParaRPr lang="en-GB" dirty="0"/>
          </a:p>
          <a:p>
            <a:endParaRPr lang="en-GB" dirty="0"/>
          </a:p>
          <a:p>
            <a:endParaRPr lang="en-GB" dirty="0"/>
          </a:p>
          <a:p>
            <a:pPr marL="0" indent="0">
              <a:buNone/>
            </a:pPr>
            <a:endParaRPr lang="en-GB" dirty="0"/>
          </a:p>
        </p:txBody>
      </p:sp>
      <p:sp>
        <p:nvSpPr>
          <p:cNvPr id="4" name="Title 1">
            <a:extLst>
              <a:ext uri="{FF2B5EF4-FFF2-40B4-BE49-F238E27FC236}">
                <a16:creationId xmlns:a16="http://schemas.microsoft.com/office/drawing/2014/main" id="{2E7793DC-289D-F33F-4147-27299540845D}"/>
              </a:ext>
            </a:extLst>
          </p:cNvPr>
          <p:cNvSpPr>
            <a:spLocks noGrp="1"/>
          </p:cNvSpPr>
          <p:nvPr>
            <p:ph type="title"/>
          </p:nvPr>
        </p:nvSpPr>
        <p:spPr>
          <a:xfrm>
            <a:off x="503903" y="33439"/>
            <a:ext cx="10515600" cy="647598"/>
          </a:xfrm>
        </p:spPr>
        <p:txBody>
          <a:bodyPr>
            <a:normAutofit fontScale="90000"/>
          </a:bodyPr>
          <a:lstStyle/>
          <a:p>
            <a:r>
              <a:rPr lang="en-GB" b="1" dirty="0">
                <a:solidFill>
                  <a:schemeClr val="bg1"/>
                </a:solidFill>
                <a:latin typeface="+mn-lt"/>
              </a:rPr>
              <a:t>Exercise 7</a:t>
            </a:r>
          </a:p>
        </p:txBody>
      </p:sp>
      <p:graphicFrame>
        <p:nvGraphicFramePr>
          <p:cNvPr id="5" name="Table 4">
            <a:extLst>
              <a:ext uri="{FF2B5EF4-FFF2-40B4-BE49-F238E27FC236}">
                <a16:creationId xmlns:a16="http://schemas.microsoft.com/office/drawing/2014/main" id="{CC69FD23-4A07-4F7E-9EA6-9BE1E9FA61FC}"/>
              </a:ext>
            </a:extLst>
          </p:cNvPr>
          <p:cNvGraphicFramePr>
            <a:graphicFrameLocks noGrp="1"/>
          </p:cNvGraphicFramePr>
          <p:nvPr>
            <p:extLst>
              <p:ext uri="{D42A27DB-BD31-4B8C-83A1-F6EECF244321}">
                <p14:modId xmlns:p14="http://schemas.microsoft.com/office/powerpoint/2010/main" val="3083831058"/>
              </p:ext>
            </p:extLst>
          </p:nvPr>
        </p:nvGraphicFramePr>
        <p:xfrm>
          <a:off x="661220" y="2058439"/>
          <a:ext cx="10515600" cy="2194560"/>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1194181725"/>
                    </a:ext>
                  </a:extLst>
                </a:gridCol>
                <a:gridCol w="5257800">
                  <a:extLst>
                    <a:ext uri="{9D8B030D-6E8A-4147-A177-3AD203B41FA5}">
                      <a16:colId xmlns:a16="http://schemas.microsoft.com/office/drawing/2014/main" val="2820989345"/>
                    </a:ext>
                  </a:extLst>
                </a:gridCol>
              </a:tblGrid>
              <a:tr h="0">
                <a:tc>
                  <a:txBody>
                    <a:bodyPr/>
                    <a:lstStyle/>
                    <a:p>
                      <a:pPr>
                        <a:buNone/>
                      </a:pPr>
                      <a:r>
                        <a:rPr lang="en-GB"/>
                        <a:t>TEMP</a:t>
                      </a:r>
                    </a:p>
                  </a:txBody>
                  <a:tcPr anchor="ctr"/>
                </a:tc>
                <a:tc>
                  <a:txBody>
                    <a:bodyPr/>
                    <a:lstStyle/>
                    <a:p>
                      <a:pPr>
                        <a:buNone/>
                      </a:pPr>
                      <a:r>
                        <a:rPr lang="en-GB"/>
                        <a:t>Daily mean temperature</a:t>
                      </a:r>
                    </a:p>
                  </a:txBody>
                  <a:tcPr anchor="ctr"/>
                </a:tc>
                <a:extLst>
                  <a:ext uri="{0D108BD9-81ED-4DB2-BD59-A6C34878D82A}">
                    <a16:rowId xmlns:a16="http://schemas.microsoft.com/office/drawing/2014/main" val="406585525"/>
                  </a:ext>
                </a:extLst>
              </a:tr>
              <a:tr h="0">
                <a:tc>
                  <a:txBody>
                    <a:bodyPr/>
                    <a:lstStyle/>
                    <a:p>
                      <a:pPr>
                        <a:buNone/>
                      </a:pPr>
                      <a:r>
                        <a:rPr lang="en-GB"/>
                        <a:t>WS</a:t>
                      </a:r>
                    </a:p>
                  </a:txBody>
                  <a:tcPr anchor="ctr"/>
                </a:tc>
                <a:tc>
                  <a:txBody>
                    <a:bodyPr/>
                    <a:lstStyle/>
                    <a:p>
                      <a:pPr>
                        <a:buNone/>
                      </a:pPr>
                      <a:r>
                        <a:rPr lang="en-GB"/>
                        <a:t>Daily mean wind speed</a:t>
                      </a:r>
                    </a:p>
                  </a:txBody>
                  <a:tcPr anchor="ctr"/>
                </a:tc>
                <a:extLst>
                  <a:ext uri="{0D108BD9-81ED-4DB2-BD59-A6C34878D82A}">
                    <a16:rowId xmlns:a16="http://schemas.microsoft.com/office/drawing/2014/main" val="2212649125"/>
                  </a:ext>
                </a:extLst>
              </a:tr>
              <a:tr h="0">
                <a:tc>
                  <a:txBody>
                    <a:bodyPr/>
                    <a:lstStyle/>
                    <a:p>
                      <a:pPr>
                        <a:buNone/>
                      </a:pPr>
                      <a:r>
                        <a:rPr lang="en-GB"/>
                        <a:t>HMIX</a:t>
                      </a:r>
                    </a:p>
                  </a:txBody>
                  <a:tcPr anchor="ctr"/>
                </a:tc>
                <a:tc>
                  <a:txBody>
                    <a:bodyPr/>
                    <a:lstStyle/>
                    <a:p>
                      <a:pPr>
                        <a:buNone/>
                      </a:pPr>
                      <a:r>
                        <a:rPr lang="en-GB"/>
                        <a:t>Daily maximum mixing height</a:t>
                      </a:r>
                    </a:p>
                  </a:txBody>
                  <a:tcPr anchor="ctr"/>
                </a:tc>
                <a:extLst>
                  <a:ext uri="{0D108BD9-81ED-4DB2-BD59-A6C34878D82A}">
                    <a16:rowId xmlns:a16="http://schemas.microsoft.com/office/drawing/2014/main" val="4177605868"/>
                  </a:ext>
                </a:extLst>
              </a:tr>
              <a:tr h="0">
                <a:tc>
                  <a:txBody>
                    <a:bodyPr/>
                    <a:lstStyle/>
                    <a:p>
                      <a:pPr>
                        <a:buNone/>
                      </a:pPr>
                      <a:r>
                        <a:rPr lang="en-GB"/>
                        <a:t>PREC</a:t>
                      </a:r>
                    </a:p>
                  </a:txBody>
                  <a:tcPr anchor="ctr"/>
                </a:tc>
                <a:tc>
                  <a:txBody>
                    <a:bodyPr/>
                    <a:lstStyle/>
                    <a:p>
                      <a:pPr>
                        <a:buNone/>
                      </a:pPr>
                      <a:r>
                        <a:rPr lang="en-GB"/>
                        <a:t>Daily total precipitation</a:t>
                      </a:r>
                    </a:p>
                  </a:txBody>
                  <a:tcPr anchor="ctr"/>
                </a:tc>
                <a:extLst>
                  <a:ext uri="{0D108BD9-81ED-4DB2-BD59-A6C34878D82A}">
                    <a16:rowId xmlns:a16="http://schemas.microsoft.com/office/drawing/2014/main" val="4230489541"/>
                  </a:ext>
                </a:extLst>
              </a:tr>
              <a:tr h="0">
                <a:tc>
                  <a:txBody>
                    <a:bodyPr/>
                    <a:lstStyle/>
                    <a:p>
                      <a:pPr>
                        <a:buNone/>
                      </a:pPr>
                      <a:r>
                        <a:rPr lang="en-GB"/>
                        <a:t>EMI</a:t>
                      </a:r>
                    </a:p>
                  </a:txBody>
                  <a:tcPr anchor="ctr"/>
                </a:tc>
                <a:tc>
                  <a:txBody>
                    <a:bodyPr/>
                    <a:lstStyle/>
                    <a:p>
                      <a:pPr>
                        <a:buNone/>
                      </a:pPr>
                      <a:r>
                        <a:rPr lang="en-GB"/>
                        <a:t>Daily emissions of primary aerosols</a:t>
                      </a:r>
                    </a:p>
                  </a:txBody>
                  <a:tcPr anchor="ctr"/>
                </a:tc>
                <a:extLst>
                  <a:ext uri="{0D108BD9-81ED-4DB2-BD59-A6C34878D82A}">
                    <a16:rowId xmlns:a16="http://schemas.microsoft.com/office/drawing/2014/main" val="1837612876"/>
                  </a:ext>
                </a:extLst>
              </a:tr>
              <a:tr h="0">
                <a:tc>
                  <a:txBody>
                    <a:bodyPr/>
                    <a:lstStyle/>
                    <a:p>
                      <a:pPr>
                        <a:buNone/>
                      </a:pPr>
                      <a:r>
                        <a:rPr lang="en-GB" dirty="0"/>
                        <a:t>A</a:t>
                      </a:r>
                    </a:p>
                  </a:txBody>
                  <a:tcPr anchor="ctr"/>
                </a:tc>
                <a:tc>
                  <a:txBody>
                    <a:bodyPr/>
                    <a:lstStyle/>
                    <a:p>
                      <a:pPr>
                        <a:buNone/>
                      </a:pPr>
                      <a:r>
                        <a:rPr lang="en-GB" dirty="0"/>
                        <a:t>Altitude</a:t>
                      </a:r>
                    </a:p>
                  </a:txBody>
                  <a:tcPr anchor="ctr"/>
                </a:tc>
                <a:extLst>
                  <a:ext uri="{0D108BD9-81ED-4DB2-BD59-A6C34878D82A}">
                    <a16:rowId xmlns:a16="http://schemas.microsoft.com/office/drawing/2014/main" val="487977162"/>
                  </a:ext>
                </a:extLst>
              </a:tr>
            </a:tbl>
          </a:graphicData>
        </a:graphic>
      </p:graphicFrame>
      <p:sp>
        <p:nvSpPr>
          <p:cNvPr id="6" name="TextBox 5">
            <a:extLst>
              <a:ext uri="{FF2B5EF4-FFF2-40B4-BE49-F238E27FC236}">
                <a16:creationId xmlns:a16="http://schemas.microsoft.com/office/drawing/2014/main" id="{5F5C5672-D221-71C8-C9B7-AADA0571F60C}"/>
              </a:ext>
            </a:extLst>
          </p:cNvPr>
          <p:cNvSpPr txBox="1"/>
          <p:nvPr/>
        </p:nvSpPr>
        <p:spPr>
          <a:xfrm>
            <a:off x="661220" y="4434348"/>
            <a:ext cx="10358283" cy="2492990"/>
          </a:xfrm>
          <a:prstGeom prst="rect">
            <a:avLst/>
          </a:prstGeom>
          <a:noFill/>
        </p:spPr>
        <p:txBody>
          <a:bodyPr wrap="square" rtlCol="0">
            <a:spAutoFit/>
          </a:bodyPr>
          <a:lstStyle/>
          <a:p>
            <a:r>
              <a:rPr lang="en-GB" sz="2400" dirty="0"/>
              <a:t>The data also includes the projected coordinates (UTMX and UTMY) of the monitoring stations</a:t>
            </a:r>
          </a:p>
          <a:p>
            <a:endParaRPr lang="en-GB" sz="2400" dirty="0"/>
          </a:p>
          <a:p>
            <a:r>
              <a:rPr lang="en-GB" sz="2400" dirty="0"/>
              <a:t>We will fit a model to the data and use the model to generated an interpolated air pollution surface for day 122. The model is implemented using </a:t>
            </a:r>
            <a:r>
              <a:rPr lang="en-GB" sz="2400" b="1" dirty="0" err="1"/>
              <a:t>inlabru</a:t>
            </a:r>
            <a:r>
              <a:rPr lang="en-GB" sz="2400" b="1" dirty="0"/>
              <a:t>.</a:t>
            </a:r>
          </a:p>
          <a:p>
            <a:endParaRPr lang="en-GB" dirty="0"/>
          </a:p>
          <a:p>
            <a:endParaRPr lang="en-GB" dirty="0"/>
          </a:p>
        </p:txBody>
      </p:sp>
    </p:spTree>
    <p:extLst>
      <p:ext uri="{BB962C8B-B14F-4D97-AF65-F5344CB8AC3E}">
        <p14:creationId xmlns:p14="http://schemas.microsoft.com/office/powerpoint/2010/main" val="42318829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F5A43-E029-C77F-06E8-58EE0C84E41F}"/>
              </a:ext>
            </a:extLst>
          </p:cNvPr>
          <p:cNvSpPr>
            <a:spLocks noGrp="1"/>
          </p:cNvSpPr>
          <p:nvPr>
            <p:ph type="title"/>
          </p:nvPr>
        </p:nvSpPr>
        <p:spPr>
          <a:xfrm>
            <a:off x="297425" y="89822"/>
            <a:ext cx="10515600" cy="591215"/>
          </a:xfrm>
        </p:spPr>
        <p:txBody>
          <a:bodyPr>
            <a:normAutofit fontScale="90000"/>
          </a:bodyPr>
          <a:lstStyle/>
          <a:p>
            <a:r>
              <a:rPr lang="en-GB" sz="4000" b="1" dirty="0">
                <a:solidFill>
                  <a:schemeClr val="bg1"/>
                </a:solidFill>
                <a:latin typeface="+mn-lt"/>
              </a:rPr>
              <a:t>Some notes</a:t>
            </a:r>
          </a:p>
        </p:txBody>
      </p:sp>
      <p:sp>
        <p:nvSpPr>
          <p:cNvPr id="3" name="Content Placeholder 2">
            <a:extLst>
              <a:ext uri="{FF2B5EF4-FFF2-40B4-BE49-F238E27FC236}">
                <a16:creationId xmlns:a16="http://schemas.microsoft.com/office/drawing/2014/main" id="{F39B0978-D802-D5F9-BCC5-A279653E4369}"/>
              </a:ext>
            </a:extLst>
          </p:cNvPr>
          <p:cNvSpPr>
            <a:spLocks noGrp="1"/>
          </p:cNvSpPr>
          <p:nvPr>
            <p:ph idx="1"/>
          </p:nvPr>
        </p:nvSpPr>
        <p:spPr>
          <a:xfrm>
            <a:off x="739878" y="1914115"/>
            <a:ext cx="10515600" cy="3513291"/>
          </a:xfrm>
        </p:spPr>
        <p:txBody>
          <a:bodyPr/>
          <a:lstStyle/>
          <a:p>
            <a:r>
              <a:rPr lang="en-GB" dirty="0"/>
              <a:t>Note that in practice, all the covariates do not have to enter the model in a linear form. Instead of the log-transformation applied to some covariates, we can use smooth functions such as cubic splines to capture nonlinearity between a covariate and the outcome.</a:t>
            </a:r>
          </a:p>
          <a:p>
            <a:r>
              <a:rPr lang="en-GB" dirty="0"/>
              <a:t>Matern covariance functions are a common assumption when using INLA. Exponential covariance functions (simpler) are also common in the literature.</a:t>
            </a:r>
          </a:p>
          <a:p>
            <a:pPr marL="0" indent="0">
              <a:buNone/>
            </a:pPr>
            <a:endParaRPr lang="en-GB" dirty="0"/>
          </a:p>
          <a:p>
            <a:endParaRPr lang="en-GB" dirty="0"/>
          </a:p>
        </p:txBody>
      </p:sp>
    </p:spTree>
    <p:extLst>
      <p:ext uri="{BB962C8B-B14F-4D97-AF65-F5344CB8AC3E}">
        <p14:creationId xmlns:p14="http://schemas.microsoft.com/office/powerpoint/2010/main" val="5157791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9E0BBE1-00A7-9713-B63B-9C4FBCA4CE3F}"/>
              </a:ext>
            </a:extLst>
          </p:cNvPr>
          <p:cNvSpPr>
            <a:spLocks noGrp="1"/>
          </p:cNvSpPr>
          <p:nvPr>
            <p:ph type="title"/>
          </p:nvPr>
        </p:nvSpPr>
        <p:spPr>
          <a:xfrm>
            <a:off x="297425" y="89822"/>
            <a:ext cx="10515600" cy="591215"/>
          </a:xfrm>
        </p:spPr>
        <p:txBody>
          <a:bodyPr>
            <a:normAutofit fontScale="90000"/>
          </a:bodyPr>
          <a:lstStyle/>
          <a:p>
            <a:r>
              <a:rPr lang="en-GB" sz="4000" b="1" dirty="0">
                <a:solidFill>
                  <a:schemeClr val="bg1"/>
                </a:solidFill>
                <a:latin typeface="+mn-lt"/>
              </a:rPr>
              <a:t>References</a:t>
            </a:r>
          </a:p>
        </p:txBody>
      </p:sp>
      <p:sp>
        <p:nvSpPr>
          <p:cNvPr id="4" name="Content Placeholder 2">
            <a:extLst>
              <a:ext uri="{FF2B5EF4-FFF2-40B4-BE49-F238E27FC236}">
                <a16:creationId xmlns:a16="http://schemas.microsoft.com/office/drawing/2014/main" id="{4DCB2310-C3A9-0F13-8CA2-70B183CA1688}"/>
              </a:ext>
            </a:extLst>
          </p:cNvPr>
          <p:cNvSpPr>
            <a:spLocks noGrp="1"/>
          </p:cNvSpPr>
          <p:nvPr>
            <p:ph idx="1"/>
          </p:nvPr>
        </p:nvSpPr>
        <p:spPr>
          <a:xfrm>
            <a:off x="494685" y="1641705"/>
            <a:ext cx="11202629" cy="4385469"/>
          </a:xfrm>
        </p:spPr>
        <p:txBody>
          <a:bodyPr>
            <a:normAutofit fontScale="92500" lnSpcReduction="20000"/>
          </a:bodyPr>
          <a:lstStyle/>
          <a:p>
            <a:r>
              <a:rPr lang="en-GB" dirty="0"/>
              <a:t>Banerjee, S., Gelfand, A. E., &amp; Carlin, B. P. (2025). </a:t>
            </a:r>
            <a:r>
              <a:rPr lang="en-GB" i="1" dirty="0"/>
              <a:t>Hierarchical </a:t>
            </a:r>
            <a:r>
              <a:rPr lang="en-GB" i="1" dirty="0" err="1"/>
              <a:t>modeling</a:t>
            </a:r>
            <a:r>
              <a:rPr lang="en-GB" i="1" dirty="0"/>
              <a:t> and analysis for spatial data</a:t>
            </a:r>
            <a:r>
              <a:rPr lang="en-GB" dirty="0"/>
              <a:t> (3rd ed.). Chapman and Hall/CRC.</a:t>
            </a:r>
          </a:p>
          <a:p>
            <a:r>
              <a:rPr lang="en-GB" dirty="0" err="1"/>
              <a:t>Bivand</a:t>
            </a:r>
            <a:r>
              <a:rPr lang="en-GB" dirty="0"/>
              <a:t>, R. S., </a:t>
            </a:r>
            <a:r>
              <a:rPr lang="en-GB" dirty="0" err="1"/>
              <a:t>Pebesma</a:t>
            </a:r>
            <a:r>
              <a:rPr lang="en-GB" dirty="0"/>
              <a:t>, E., &amp; Gómez-Rubio, V. (2013). </a:t>
            </a:r>
            <a:r>
              <a:rPr lang="en-GB" i="1" dirty="0"/>
              <a:t>Applied Spatial Data Analysis with R</a:t>
            </a:r>
            <a:r>
              <a:rPr lang="en-GB" dirty="0"/>
              <a:t> (2nd ed.). Springer.</a:t>
            </a:r>
          </a:p>
          <a:p>
            <a:r>
              <a:rPr lang="en-GB" dirty="0" err="1"/>
              <a:t>Blangiardo</a:t>
            </a:r>
            <a:r>
              <a:rPr lang="en-GB" dirty="0"/>
              <a:t>, M., &amp; </a:t>
            </a:r>
            <a:r>
              <a:rPr lang="en-GB" dirty="0" err="1"/>
              <a:t>Cameletti</a:t>
            </a:r>
            <a:r>
              <a:rPr lang="en-GB" dirty="0"/>
              <a:t>, M. (2015). Spatial and </a:t>
            </a:r>
            <a:r>
              <a:rPr lang="en-GB" dirty="0" err="1"/>
              <a:t>spatio</a:t>
            </a:r>
            <a:r>
              <a:rPr lang="en-GB" dirty="0"/>
              <a:t>-temporal Bayesian models in R-INLA, John Wiley &amp; Sons </a:t>
            </a:r>
          </a:p>
          <a:p>
            <a:r>
              <a:rPr lang="en-GB" dirty="0"/>
              <a:t>Moraga, P. (2019). </a:t>
            </a:r>
            <a:r>
              <a:rPr lang="en-GB" i="1" dirty="0"/>
              <a:t>Geospatial health data: </a:t>
            </a:r>
            <a:r>
              <a:rPr lang="en-GB" i="1" dirty="0" err="1"/>
              <a:t>Modeling</a:t>
            </a:r>
            <a:r>
              <a:rPr lang="en-GB" i="1" dirty="0"/>
              <a:t> and visualization with R-INLA and Shiny</a:t>
            </a:r>
            <a:r>
              <a:rPr lang="en-GB" dirty="0"/>
              <a:t>. CRC Press. </a:t>
            </a:r>
          </a:p>
          <a:p>
            <a:r>
              <a:rPr lang="en-GB" dirty="0"/>
              <a:t>Sahu, S. K. (2022). </a:t>
            </a:r>
            <a:r>
              <a:rPr lang="en-GB" i="1" dirty="0"/>
              <a:t>Bayesian modelling of </a:t>
            </a:r>
            <a:r>
              <a:rPr lang="en-GB" i="1" dirty="0" err="1"/>
              <a:t>spatio</a:t>
            </a:r>
            <a:r>
              <a:rPr lang="en-GB" i="1" dirty="0"/>
              <a:t>-temporal data with R</a:t>
            </a:r>
            <a:r>
              <a:rPr lang="en-GB" dirty="0"/>
              <a:t>. Chapman and Hall/CRC.</a:t>
            </a:r>
          </a:p>
          <a:p>
            <a:r>
              <a:rPr lang="en-GB" dirty="0" err="1"/>
              <a:t>Schabenberger</a:t>
            </a:r>
            <a:r>
              <a:rPr lang="en-GB" dirty="0"/>
              <a:t>, O., &amp; </a:t>
            </a:r>
            <a:r>
              <a:rPr lang="en-GB" dirty="0" err="1"/>
              <a:t>Gotway</a:t>
            </a:r>
            <a:r>
              <a:rPr lang="en-GB" dirty="0"/>
              <a:t>, C. A. (2005). </a:t>
            </a:r>
            <a:r>
              <a:rPr lang="en-GB" i="1" dirty="0"/>
              <a:t>Statistical methods for spatial data analysis</a:t>
            </a:r>
            <a:r>
              <a:rPr lang="en-GB" dirty="0"/>
              <a:t>. Chapman &amp; Hall/CRC.</a:t>
            </a:r>
          </a:p>
          <a:p>
            <a:endParaRPr lang="en-GB" dirty="0"/>
          </a:p>
        </p:txBody>
      </p:sp>
    </p:spTree>
    <p:extLst>
      <p:ext uri="{BB962C8B-B14F-4D97-AF65-F5344CB8AC3E}">
        <p14:creationId xmlns:p14="http://schemas.microsoft.com/office/powerpoint/2010/main" val="31778456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11897</TotalTime>
  <Words>3234</Words>
  <Application>Microsoft Office PowerPoint</Application>
  <PresentationFormat>Widescreen</PresentationFormat>
  <Paragraphs>230</Paragraphs>
  <Slides>33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Aptos</vt:lpstr>
      <vt:lpstr>Aptos Display</vt:lpstr>
      <vt:lpstr>Arial</vt:lpstr>
      <vt:lpstr>Cambria Math</vt:lpstr>
      <vt:lpstr>Merriweather</vt:lpstr>
      <vt:lpstr>Office Theme</vt:lpstr>
      <vt:lpstr>PowerPoint Presentation</vt:lpstr>
      <vt:lpstr>Learning objectives</vt:lpstr>
      <vt:lpstr>Model specification</vt:lpstr>
      <vt:lpstr>PowerPoint Presentation</vt:lpstr>
      <vt:lpstr>Model specification</vt:lpstr>
      <vt:lpstr>Model specification</vt:lpstr>
      <vt:lpstr>Model specification</vt:lpstr>
      <vt:lpstr>The INLA-SPDE approach</vt:lpstr>
      <vt:lpstr>The INLA-SPDE approach</vt:lpstr>
      <vt:lpstr>The INLA-SPDE approach</vt:lpstr>
      <vt:lpstr>The INLA-SPDE approach</vt:lpstr>
      <vt:lpstr>The INLA-SPDE approach</vt:lpstr>
      <vt:lpstr>The INLA-SPDE approach</vt:lpstr>
      <vt:lpstr>Choosing prior distributions for the parameters</vt:lpstr>
      <vt:lpstr>The INLA-SPDE approach: mesh construction</vt:lpstr>
      <vt:lpstr>The INLA-SPDE approach: mesh construction</vt:lpstr>
      <vt:lpstr>The INLA-SPDE approach: mesh construction</vt:lpstr>
      <vt:lpstr>The INLA-SPDE approach: mesh construction</vt:lpstr>
      <vt:lpstr>Prediction</vt:lpstr>
      <vt:lpstr>Model choice and predictive performance</vt:lpstr>
      <vt:lpstr>Model choice and predictive performance</vt:lpstr>
      <vt:lpstr>Extending to the spatiotemporal setting</vt:lpstr>
      <vt:lpstr>Extending to the spatiotemporal setting</vt:lpstr>
      <vt:lpstr>Extending to the spatiotemporal setting</vt:lpstr>
      <vt:lpstr>Extending to the spatiotemporal setting</vt:lpstr>
      <vt:lpstr>Extending to the spatiotemporal setting</vt:lpstr>
      <vt:lpstr>Further topics in spatial and spatiotemporal modelling</vt:lpstr>
      <vt:lpstr>Exercise 6</vt:lpstr>
      <vt:lpstr>Exercise 6</vt:lpstr>
      <vt:lpstr>Exercise 7</vt:lpstr>
      <vt:lpstr>Exercise 7</vt:lpstr>
      <vt:lpstr>Some notes</vt:lpstr>
      <vt:lpstr>References</vt:lpstr>
    </vt:vector>
  </TitlesOfParts>
  <Company>University of Southampton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Edson Utazi</dc:creator>
  <cp:lastModifiedBy>Edson Utazi</cp:lastModifiedBy>
  <cp:revision>1</cp:revision>
  <dcterms:created xsi:type="dcterms:W3CDTF">2026-09-18T23:17:56Z</dcterms:created>
  <dcterms:modified xsi:type="dcterms:W3CDTF">2026-10-10T10:42:11Z</dcterms:modified>
</cp:coreProperties>
</file>