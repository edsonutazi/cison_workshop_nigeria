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27" r:id="rId2"/>
    <p:sldId id="323" r:id="rId3"/>
    <p:sldId id="308" r:id="rId4"/>
    <p:sldId id="328" r:id="rId5"/>
    <p:sldId id="331" r:id="rId6"/>
    <p:sldId id="329" r:id="rId7"/>
    <p:sldId id="305" r:id="rId8"/>
    <p:sldId id="306" r:id="rId9"/>
    <p:sldId id="307" r:id="rId10"/>
    <p:sldId id="309" r:id="rId11"/>
    <p:sldId id="261" r:id="rId12"/>
    <p:sldId id="312" r:id="rId13"/>
    <p:sldId id="269" r:id="rId14"/>
    <p:sldId id="315" r:id="rId15"/>
    <p:sldId id="268" r:id="rId16"/>
    <p:sldId id="317" r:id="rId17"/>
    <p:sldId id="318" r:id="rId18"/>
    <p:sldId id="332" r:id="rId19"/>
    <p:sldId id="319" r:id="rId20"/>
    <p:sldId id="320" r:id="rId21"/>
    <p:sldId id="313" r:id="rId22"/>
    <p:sldId id="324" r:id="rId23"/>
    <p:sldId id="314" r:id="rId24"/>
    <p:sldId id="325" r:id="rId25"/>
    <p:sldId id="310" r:id="rId26"/>
    <p:sldId id="321" r:id="rId27"/>
    <p:sldId id="32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54FCF-E38D-446A-BC8D-56C5455F4B98}" v="7" dt="2026-10-11T07:18:57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57" autoAdjust="0"/>
  </p:normalViewPr>
  <p:slideViewPr>
    <p:cSldViewPr snapToGrid="0">
      <p:cViewPr varScale="1">
        <p:scale>
          <a:sx n="76" d="100"/>
          <a:sy n="76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son Utazi" userId="bcb3a38a-3ad0-4389-89a4-f1f4b25807d3" providerId="ADAL" clId="{6E6BB287-36A5-4019-B86C-EECBD7B9E602}"/>
    <pc:docChg chg="undo custSel addSld delSld modSld sldOrd modMainMaster">
      <pc:chgData name="Edson Utazi" userId="bcb3a38a-3ad0-4389-89a4-f1f4b25807d3" providerId="ADAL" clId="{6E6BB287-36A5-4019-B86C-EECBD7B9E602}" dt="2026-10-11T20:37:56.559" v="22072" actId="20577"/>
      <pc:docMkLst>
        <pc:docMk/>
      </pc:docMkLst>
      <pc:sldChg chg="addSp delSp modSp mod ord">
        <pc:chgData name="Edson Utazi" userId="bcb3a38a-3ad0-4389-89a4-f1f4b25807d3" providerId="ADAL" clId="{6E6BB287-36A5-4019-B86C-EECBD7B9E602}" dt="2026-10-08T10:18:55.470" v="20787" actId="1076"/>
        <pc:sldMkLst>
          <pc:docMk/>
          <pc:sldMk cId="3042799561" sldId="261"/>
        </pc:sldMkLst>
        <pc:spChg chg="mod">
          <ac:chgData name="Edson Utazi" userId="bcb3a38a-3ad0-4389-89a4-f1f4b25807d3" providerId="ADAL" clId="{6E6BB287-36A5-4019-B86C-EECBD7B9E602}" dt="2026-10-08T10:18:39.211" v="20785" actId="255"/>
          <ac:spMkLst>
            <pc:docMk/>
            <pc:sldMk cId="3042799561" sldId="261"/>
            <ac:spMk id="2" creationId="{415FA226-FA66-C11C-D5A4-CA158628EF1B}"/>
          </ac:spMkLst>
        </pc:spChg>
        <pc:spChg chg="mod">
          <ac:chgData name="Edson Utazi" userId="bcb3a38a-3ad0-4389-89a4-f1f4b25807d3" providerId="ADAL" clId="{6E6BB287-36A5-4019-B86C-EECBD7B9E602}" dt="2026-10-08T10:18:43.281" v="20786" actId="1076"/>
          <ac:spMkLst>
            <pc:docMk/>
            <pc:sldMk cId="3042799561" sldId="261"/>
            <ac:spMk id="3" creationId="{5644F751-2973-7903-4FF4-8113E184A8FD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5" creationId="{6199ACBE-0315-40B3-04BD-4F6F0FAA96B9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7" creationId="{2252C2D2-C0BE-ABF5-C26C-2A803C0F7627}"/>
          </ac:spMkLst>
        </pc:spChg>
        <pc:spChg chg="add mod">
          <ac:chgData name="Edson Utazi" userId="bcb3a38a-3ad0-4389-89a4-f1f4b25807d3" providerId="ADAL" clId="{6E6BB287-36A5-4019-B86C-EECBD7B9E602}" dt="2026-10-06T20:36:26.658" v="19776" actId="1076"/>
          <ac:spMkLst>
            <pc:docMk/>
            <pc:sldMk cId="3042799561" sldId="261"/>
            <ac:spMk id="9" creationId="{A24ADC26-6B04-AF2F-5699-B2E121CFDF30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11" creationId="{D150F9A4-2F2D-1782-D581-414AB33A416F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13" creationId="{02C0EDA3-0DB5-81FD-8A98-2EF6C293C647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15" creationId="{8EF28D74-47FD-ED91-DE4D-CF425D1BBB26}"/>
          </ac:spMkLst>
        </pc:spChg>
        <pc:spChg chg="add mod">
          <ac:chgData name="Edson Utazi" userId="bcb3a38a-3ad0-4389-89a4-f1f4b25807d3" providerId="ADAL" clId="{6E6BB287-36A5-4019-B86C-EECBD7B9E602}" dt="2026-10-06T20:30:19.104" v="19707" actId="1076"/>
          <ac:spMkLst>
            <pc:docMk/>
            <pc:sldMk cId="3042799561" sldId="261"/>
            <ac:spMk id="17" creationId="{44289AF4-1019-B6E5-94F6-B11BBCF6A5AC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19" creationId="{FB6337A5-59E1-4291-7082-E58A5DE55F31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21" creationId="{A6B84DB9-DFB5-7E66-56DB-22D6D4A078C0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29" creationId="{B4491FB9-AF5E-EC5E-73E4-D3E7DC14E44C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31" creationId="{C4FEB4E1-2E65-6BC1-B7E4-5327DD28ECBD}"/>
          </ac:spMkLst>
        </pc:spChg>
        <pc:spChg chg="add mod">
          <ac:chgData name="Edson Utazi" userId="bcb3a38a-3ad0-4389-89a4-f1f4b25807d3" providerId="ADAL" clId="{6E6BB287-36A5-4019-B86C-EECBD7B9E602}" dt="2026-10-08T10:18:55.470" v="20787" actId="1076"/>
          <ac:spMkLst>
            <pc:docMk/>
            <pc:sldMk cId="3042799561" sldId="261"/>
            <ac:spMk id="33" creationId="{831F11F8-6F61-21A6-4C87-BB0479FC90C8}"/>
          </ac:spMkLst>
        </pc:spChg>
        <pc:cxnChg chg="add mod">
          <ac:chgData name="Edson Utazi" userId="bcb3a38a-3ad0-4389-89a4-f1f4b25807d3" providerId="ADAL" clId="{6E6BB287-36A5-4019-B86C-EECBD7B9E602}" dt="2026-10-06T20:35:33.109" v="19764" actId="14100"/>
          <ac:cxnSpMkLst>
            <pc:docMk/>
            <pc:sldMk cId="3042799561" sldId="261"/>
            <ac:cxnSpMk id="35" creationId="{E7CCD37B-3B8F-0D00-B669-F65243252734}"/>
          </ac:cxnSpMkLst>
        </pc:cxnChg>
        <pc:cxnChg chg="add mod">
          <ac:chgData name="Edson Utazi" userId="bcb3a38a-3ad0-4389-89a4-f1f4b25807d3" providerId="ADAL" clId="{6E6BB287-36A5-4019-B86C-EECBD7B9E602}" dt="2026-10-06T20:36:30.669" v="19777" actId="14100"/>
          <ac:cxnSpMkLst>
            <pc:docMk/>
            <pc:sldMk cId="3042799561" sldId="261"/>
            <ac:cxnSpMk id="38" creationId="{86A4232F-A917-5C56-D05D-91FCDF84D740}"/>
          </ac:cxnSpMkLst>
        </pc:cxnChg>
        <pc:cxnChg chg="add mod">
          <ac:chgData name="Edson Utazi" userId="bcb3a38a-3ad0-4389-89a4-f1f4b25807d3" providerId="ADAL" clId="{6E6BB287-36A5-4019-B86C-EECBD7B9E602}" dt="2026-10-06T20:36:35.725" v="19778" actId="14100"/>
          <ac:cxnSpMkLst>
            <pc:docMk/>
            <pc:sldMk cId="3042799561" sldId="261"/>
            <ac:cxnSpMk id="41" creationId="{6551035F-5212-ABE5-18AC-C90FEAEA5178}"/>
          </ac:cxnSpMkLst>
        </pc:cxnChg>
      </pc:sldChg>
      <pc:sldChg chg="modSp add mod">
        <pc:chgData name="Edson Utazi" userId="bcb3a38a-3ad0-4389-89a4-f1f4b25807d3" providerId="ADAL" clId="{6E6BB287-36A5-4019-B86C-EECBD7B9E602}" dt="2026-10-08T10:21:53.236" v="20820" actId="27636"/>
        <pc:sldMkLst>
          <pc:docMk/>
          <pc:sldMk cId="49658482" sldId="268"/>
        </pc:sldMkLst>
        <pc:spChg chg="mod">
          <ac:chgData name="Edson Utazi" userId="bcb3a38a-3ad0-4389-89a4-f1f4b25807d3" providerId="ADAL" clId="{6E6BB287-36A5-4019-B86C-EECBD7B9E602}" dt="2026-10-08T10:21:53.236" v="20820" actId="27636"/>
          <ac:spMkLst>
            <pc:docMk/>
            <pc:sldMk cId="49658482" sldId="268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1:02.302" v="20812" actId="1076"/>
          <ac:spMkLst>
            <pc:docMk/>
            <pc:sldMk cId="49658482" sldId="268"/>
            <ac:spMk id="5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1:44.517" v="20818" actId="14100"/>
          <ac:spMkLst>
            <pc:docMk/>
            <pc:sldMk cId="49658482" sldId="268"/>
            <ac:spMk id="7" creationId="{00000000-0000-0000-0000-000000000000}"/>
          </ac:spMkLst>
        </pc:spChg>
        <pc:picChg chg="mod">
          <ac:chgData name="Edson Utazi" userId="bcb3a38a-3ad0-4389-89a4-f1f4b25807d3" providerId="ADAL" clId="{6E6BB287-36A5-4019-B86C-EECBD7B9E602}" dt="2026-10-08T10:21:31.087" v="20815" actId="1076"/>
          <ac:picMkLst>
            <pc:docMk/>
            <pc:sldMk cId="49658482" sldId="268"/>
            <ac:picMk id="4" creationId="{00000000-0000-0000-0000-000000000000}"/>
          </ac:picMkLst>
        </pc:picChg>
      </pc:sldChg>
      <pc:sldChg chg="modSp add mod">
        <pc:chgData name="Edson Utazi" userId="bcb3a38a-3ad0-4389-89a4-f1f4b25807d3" providerId="ADAL" clId="{6E6BB287-36A5-4019-B86C-EECBD7B9E602}" dt="2026-10-08T10:20:10.489" v="20803" actId="207"/>
        <pc:sldMkLst>
          <pc:docMk/>
          <pc:sldMk cId="2936824597" sldId="269"/>
        </pc:sldMkLst>
        <pc:spChg chg="mod">
          <ac:chgData name="Edson Utazi" userId="bcb3a38a-3ad0-4389-89a4-f1f4b25807d3" providerId="ADAL" clId="{6E6BB287-36A5-4019-B86C-EECBD7B9E602}" dt="2026-10-08T10:20:10.489" v="20803" actId="207"/>
          <ac:spMkLst>
            <pc:docMk/>
            <pc:sldMk cId="2936824597" sldId="269"/>
            <ac:spMk id="10" creationId="{00000000-0000-0000-0000-000000000000}"/>
          </ac:spMkLst>
        </pc:spChg>
      </pc:sldChg>
      <pc:sldChg chg="modSp new mod">
        <pc:chgData name="Edson Utazi" userId="bcb3a38a-3ad0-4389-89a4-f1f4b25807d3" providerId="ADAL" clId="{6E6BB287-36A5-4019-B86C-EECBD7B9E602}" dt="2026-10-08T10:15:24.434" v="20704" actId="1076"/>
        <pc:sldMkLst>
          <pc:docMk/>
          <pc:sldMk cId="2010518206" sldId="305"/>
        </pc:sldMkLst>
        <pc:spChg chg="mod">
          <ac:chgData name="Edson Utazi" userId="bcb3a38a-3ad0-4389-89a4-f1f4b25807d3" providerId="ADAL" clId="{6E6BB287-36A5-4019-B86C-EECBD7B9E602}" dt="2026-10-08T10:15:11.916" v="20701" actId="207"/>
          <ac:spMkLst>
            <pc:docMk/>
            <pc:sldMk cId="2010518206" sldId="305"/>
            <ac:spMk id="2" creationId="{5559C125-0414-D19E-7F60-5557A050DF2C}"/>
          </ac:spMkLst>
        </pc:spChg>
        <pc:spChg chg="mod">
          <ac:chgData name="Edson Utazi" userId="bcb3a38a-3ad0-4389-89a4-f1f4b25807d3" providerId="ADAL" clId="{6E6BB287-36A5-4019-B86C-EECBD7B9E602}" dt="2026-10-08T10:15:24.434" v="20704" actId="1076"/>
          <ac:spMkLst>
            <pc:docMk/>
            <pc:sldMk cId="2010518206" sldId="305"/>
            <ac:spMk id="3" creationId="{EC635DC6-EDE2-9D43-9E91-B015D8A5336E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10:16:34.787" v="20744" actId="1036"/>
        <pc:sldMkLst>
          <pc:docMk/>
          <pc:sldMk cId="849996722" sldId="306"/>
        </pc:sldMkLst>
        <pc:spChg chg="mod">
          <ac:chgData name="Edson Utazi" userId="bcb3a38a-3ad0-4389-89a4-f1f4b25807d3" providerId="ADAL" clId="{6E6BB287-36A5-4019-B86C-EECBD7B9E602}" dt="2026-10-08T10:16:10.365" v="20714" actId="1076"/>
          <ac:spMkLst>
            <pc:docMk/>
            <pc:sldMk cId="849996722" sldId="306"/>
            <ac:spMk id="2" creationId="{7FD12D62-B11B-8A9A-D900-D8A5586C30BD}"/>
          </ac:spMkLst>
        </pc:spChg>
        <pc:spChg chg="add mod">
          <ac:chgData name="Edson Utazi" userId="bcb3a38a-3ad0-4389-89a4-f1f4b25807d3" providerId="ADAL" clId="{6E6BB287-36A5-4019-B86C-EECBD7B9E602}" dt="2026-10-08T10:16:24.269" v="20716" actId="27636"/>
          <ac:spMkLst>
            <pc:docMk/>
            <pc:sldMk cId="849996722" sldId="306"/>
            <ac:spMk id="6" creationId="{A7827A88-B701-1B9F-3C48-636FB7FD4D37}"/>
          </ac:spMkLst>
        </pc:spChg>
        <pc:spChg chg="add mod">
          <ac:chgData name="Edson Utazi" userId="bcb3a38a-3ad0-4389-89a4-f1f4b25807d3" providerId="ADAL" clId="{6E6BB287-36A5-4019-B86C-EECBD7B9E602}" dt="2026-10-08T10:16:34.787" v="20744" actId="1036"/>
          <ac:spMkLst>
            <pc:docMk/>
            <pc:sldMk cId="849996722" sldId="306"/>
            <ac:spMk id="8" creationId="{218AE289-8DE0-3846-9BA4-FCA2810ABED1}"/>
          </ac:spMkLst>
        </pc:spChg>
        <pc:picChg chg="add mod">
          <ac:chgData name="Edson Utazi" userId="bcb3a38a-3ad0-4389-89a4-f1f4b25807d3" providerId="ADAL" clId="{6E6BB287-36A5-4019-B86C-EECBD7B9E602}" dt="2026-10-06T18:54:28.207" v="18088"/>
          <ac:picMkLst>
            <pc:docMk/>
            <pc:sldMk cId="849996722" sldId="306"/>
            <ac:picMk id="9" creationId="{A3FF157D-B646-7924-E5A7-399A6BD6FE15}"/>
          </ac:picMkLst>
        </pc:picChg>
        <pc:picChg chg="add mod">
          <ac:chgData name="Edson Utazi" userId="bcb3a38a-3ad0-4389-89a4-f1f4b25807d3" providerId="ADAL" clId="{6E6BB287-36A5-4019-B86C-EECBD7B9E602}" dt="2026-10-06T18:54:28.207" v="18088"/>
          <ac:picMkLst>
            <pc:docMk/>
            <pc:sldMk cId="849996722" sldId="306"/>
            <ac:picMk id="10" creationId="{3642F36B-C183-9457-E2DF-1D5EA8147A83}"/>
          </ac:picMkLst>
        </pc:picChg>
        <pc:cxnChg chg="add mod">
          <ac:chgData name="Edson Utazi" userId="bcb3a38a-3ad0-4389-89a4-f1f4b25807d3" providerId="ADAL" clId="{6E6BB287-36A5-4019-B86C-EECBD7B9E602}" dt="2026-10-08T10:16:34.787" v="20744" actId="1036"/>
          <ac:cxnSpMkLst>
            <pc:docMk/>
            <pc:sldMk cId="849996722" sldId="306"/>
            <ac:cxnSpMk id="7" creationId="{29BAABEF-8976-33F1-A72B-6D575F7C3069}"/>
          </ac:cxnSpMkLst>
        </pc:cxnChg>
      </pc:sldChg>
      <pc:sldChg chg="addSp delSp modSp new mod">
        <pc:chgData name="Edson Utazi" userId="bcb3a38a-3ad0-4389-89a4-f1f4b25807d3" providerId="ADAL" clId="{6E6BB287-36A5-4019-B86C-EECBD7B9E602}" dt="2026-10-08T10:17:35.817" v="20766" actId="1076"/>
        <pc:sldMkLst>
          <pc:docMk/>
          <pc:sldMk cId="177431402" sldId="307"/>
        </pc:sldMkLst>
        <pc:spChg chg="mod">
          <ac:chgData name="Edson Utazi" userId="bcb3a38a-3ad0-4389-89a4-f1f4b25807d3" providerId="ADAL" clId="{6E6BB287-36A5-4019-B86C-EECBD7B9E602}" dt="2026-10-08T10:17:00.862" v="20749" actId="207"/>
          <ac:spMkLst>
            <pc:docMk/>
            <pc:sldMk cId="177431402" sldId="307"/>
            <ac:spMk id="2" creationId="{5244BE23-94AD-4327-D0ED-FA1221B7D979}"/>
          </ac:spMkLst>
        </pc:spChg>
        <pc:spChg chg="add mod">
          <ac:chgData name="Edson Utazi" userId="bcb3a38a-3ad0-4389-89a4-f1f4b25807d3" providerId="ADAL" clId="{6E6BB287-36A5-4019-B86C-EECBD7B9E602}" dt="2026-10-08T10:17:32.446" v="20765" actId="1076"/>
          <ac:spMkLst>
            <pc:docMk/>
            <pc:sldMk cId="177431402" sldId="307"/>
            <ac:spMk id="4" creationId="{C7A1F903-E2C2-81D2-2086-B815D4E6F12E}"/>
          </ac:spMkLst>
        </pc:spChg>
        <pc:spChg chg="add mod">
          <ac:chgData name="Edson Utazi" userId="bcb3a38a-3ad0-4389-89a4-f1f4b25807d3" providerId="ADAL" clId="{6E6BB287-36A5-4019-B86C-EECBD7B9E602}" dt="2026-10-06T18:55:06.365" v="18095"/>
          <ac:spMkLst>
            <pc:docMk/>
            <pc:sldMk cId="177431402" sldId="307"/>
            <ac:spMk id="6" creationId="{4CBC1883-B977-E286-8685-251FCAE48C10}"/>
          </ac:spMkLst>
        </pc:spChg>
        <pc:picChg chg="add mod">
          <ac:chgData name="Edson Utazi" userId="bcb3a38a-3ad0-4389-89a4-f1f4b25807d3" providerId="ADAL" clId="{6E6BB287-36A5-4019-B86C-EECBD7B9E602}" dt="2026-10-08T10:17:35.817" v="20766" actId="1076"/>
          <ac:picMkLst>
            <pc:docMk/>
            <pc:sldMk cId="177431402" sldId="307"/>
            <ac:picMk id="5" creationId="{7F3E638E-4DE9-F532-3CC1-948DE9F0ABDB}"/>
          </ac:picMkLst>
        </pc:picChg>
      </pc:sldChg>
      <pc:sldChg chg="addSp delSp modSp add mod modNotesTx">
        <pc:chgData name="Edson Utazi" userId="bcb3a38a-3ad0-4389-89a4-f1f4b25807d3" providerId="ADAL" clId="{6E6BB287-36A5-4019-B86C-EECBD7B9E602}" dt="2026-10-10T21:13:21.867" v="21335" actId="478"/>
        <pc:sldMkLst>
          <pc:docMk/>
          <pc:sldMk cId="1158481354" sldId="308"/>
        </pc:sldMkLst>
        <pc:spChg chg="mod">
          <ac:chgData name="Edson Utazi" userId="bcb3a38a-3ad0-4389-89a4-f1f4b25807d3" providerId="ADAL" clId="{6E6BB287-36A5-4019-B86C-EECBD7B9E602}" dt="2026-10-08T07:48:18.420" v="20079" actId="1076"/>
          <ac:spMkLst>
            <pc:docMk/>
            <pc:sldMk cId="1158481354" sldId="308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0T20:24:45.805" v="21332" actId="14100"/>
          <ac:spMkLst>
            <pc:docMk/>
            <pc:sldMk cId="1158481354" sldId="308"/>
            <ac:spMk id="3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10T14:53:03.185" v="21163" actId="1076"/>
          <ac:spMkLst>
            <pc:docMk/>
            <pc:sldMk cId="1158481354" sldId="308"/>
            <ac:spMk id="6" creationId="{7741CC38-A860-394F-D5C1-11442005AF99}"/>
          </ac:spMkLst>
        </pc:spChg>
        <pc:picChg chg="add mod">
          <ac:chgData name="Edson Utazi" userId="bcb3a38a-3ad0-4389-89a4-f1f4b25807d3" providerId="ADAL" clId="{6E6BB287-36A5-4019-B86C-EECBD7B9E602}" dt="2026-10-10T14:52:31.761" v="21124" actId="1076"/>
          <ac:picMkLst>
            <pc:docMk/>
            <pc:sldMk cId="1158481354" sldId="308"/>
            <ac:picMk id="4" creationId="{6470140D-0297-8B03-A47E-9464B213A231}"/>
          </ac:picMkLst>
        </pc:picChg>
        <pc:picChg chg="add mod">
          <ac:chgData name="Edson Utazi" userId="bcb3a38a-3ad0-4389-89a4-f1f4b25807d3" providerId="ADAL" clId="{6E6BB287-36A5-4019-B86C-EECBD7B9E602}" dt="2026-10-10T14:53:05.050" v="21164" actId="1076"/>
          <ac:picMkLst>
            <pc:docMk/>
            <pc:sldMk cId="1158481354" sldId="308"/>
            <ac:picMk id="5" creationId="{CD32A5E4-8280-2FCF-1194-72710998885E}"/>
          </ac:picMkLst>
        </pc:picChg>
        <pc:picChg chg="add del mod">
          <ac:chgData name="Edson Utazi" userId="bcb3a38a-3ad0-4389-89a4-f1f4b25807d3" providerId="ADAL" clId="{6E6BB287-36A5-4019-B86C-EECBD7B9E602}" dt="2026-10-10T21:13:21.867" v="21335" actId="478"/>
          <ac:picMkLst>
            <pc:docMk/>
            <pc:sldMk cId="1158481354" sldId="308"/>
            <ac:picMk id="8" creationId="{4EA9BDB7-963C-AB80-9574-329A2CF34639}"/>
          </ac:picMkLst>
        </pc:picChg>
      </pc:sldChg>
      <pc:sldChg chg="addSp delSp modSp new mod">
        <pc:chgData name="Edson Utazi" userId="bcb3a38a-3ad0-4389-89a4-f1f4b25807d3" providerId="ADAL" clId="{6E6BB287-36A5-4019-B86C-EECBD7B9E602}" dt="2026-10-08T10:18:10.379" v="20777" actId="1076"/>
        <pc:sldMkLst>
          <pc:docMk/>
          <pc:sldMk cId="874952604" sldId="309"/>
        </pc:sldMkLst>
        <pc:spChg chg="add mod">
          <ac:chgData name="Edson Utazi" userId="bcb3a38a-3ad0-4389-89a4-f1f4b25807d3" providerId="ADAL" clId="{6E6BB287-36A5-4019-B86C-EECBD7B9E602}" dt="2026-10-08T10:17:55.578" v="20771" actId="1076"/>
          <ac:spMkLst>
            <pc:docMk/>
            <pc:sldMk cId="874952604" sldId="309"/>
            <ac:spMk id="4" creationId="{11D6CDD3-CF3F-22A9-3545-FB80D405BF06}"/>
          </ac:spMkLst>
        </pc:spChg>
        <pc:spChg chg="add mod">
          <ac:chgData name="Edson Utazi" userId="bcb3a38a-3ad0-4389-89a4-f1f4b25807d3" providerId="ADAL" clId="{6E6BB287-36A5-4019-B86C-EECBD7B9E602}" dt="2026-10-08T10:18:10.379" v="20777" actId="1076"/>
          <ac:spMkLst>
            <pc:docMk/>
            <pc:sldMk cId="874952604" sldId="309"/>
            <ac:spMk id="5" creationId="{4C229783-C6B1-8B72-1312-FA7B8F3EABAC}"/>
          </ac:spMkLst>
        </pc:spChg>
        <pc:spChg chg="add mod">
          <ac:chgData name="Edson Utazi" userId="bcb3a38a-3ad0-4389-89a4-f1f4b25807d3" providerId="ADAL" clId="{6E6BB287-36A5-4019-B86C-EECBD7B9E602}" dt="2026-10-06T18:55:39.466" v="18113"/>
          <ac:spMkLst>
            <pc:docMk/>
            <pc:sldMk cId="874952604" sldId="309"/>
            <ac:spMk id="7" creationId="{2B9C9760-B20A-9E74-E257-7FA2F61D33EE}"/>
          </ac:spMkLst>
        </pc:spChg>
        <pc:spChg chg="add mod">
          <ac:chgData name="Edson Utazi" userId="bcb3a38a-3ad0-4389-89a4-f1f4b25807d3" providerId="ADAL" clId="{6E6BB287-36A5-4019-B86C-EECBD7B9E602}" dt="2026-10-06T18:55:39.466" v="18113"/>
          <ac:spMkLst>
            <pc:docMk/>
            <pc:sldMk cId="874952604" sldId="309"/>
            <ac:spMk id="9" creationId="{1C28E689-36D2-919D-277F-FA9D2825C96F}"/>
          </ac:spMkLst>
        </pc:spChg>
        <pc:picChg chg="add mod">
          <ac:chgData name="Edson Utazi" userId="bcb3a38a-3ad0-4389-89a4-f1f4b25807d3" providerId="ADAL" clId="{6E6BB287-36A5-4019-B86C-EECBD7B9E602}" dt="2026-10-06T18:55:39.466" v="18113"/>
          <ac:picMkLst>
            <pc:docMk/>
            <pc:sldMk cId="874952604" sldId="309"/>
            <ac:picMk id="6" creationId="{69575979-FB80-0492-7E09-7A53D048D8DE}"/>
          </ac:picMkLst>
        </pc:picChg>
        <pc:picChg chg="add mod">
          <ac:chgData name="Edson Utazi" userId="bcb3a38a-3ad0-4389-89a4-f1f4b25807d3" providerId="ADAL" clId="{6E6BB287-36A5-4019-B86C-EECBD7B9E602}" dt="2026-10-06T18:55:39.466" v="18113"/>
          <ac:picMkLst>
            <pc:docMk/>
            <pc:sldMk cId="874952604" sldId="309"/>
            <ac:picMk id="8" creationId="{3D61D603-5043-85EC-883D-D128F97D40D7}"/>
          </ac:picMkLst>
        </pc:picChg>
      </pc:sldChg>
      <pc:sldChg chg="modSp new mod ord">
        <pc:chgData name="Edson Utazi" userId="bcb3a38a-3ad0-4389-89a4-f1f4b25807d3" providerId="ADAL" clId="{6E6BB287-36A5-4019-B86C-EECBD7B9E602}" dt="2026-10-11T20:37:56.559" v="22072" actId="20577"/>
        <pc:sldMkLst>
          <pc:docMk/>
          <pc:sldMk cId="2880338145" sldId="310"/>
        </pc:sldMkLst>
        <pc:spChg chg="mod">
          <ac:chgData name="Edson Utazi" userId="bcb3a38a-3ad0-4389-89a4-f1f4b25807d3" providerId="ADAL" clId="{6E6BB287-36A5-4019-B86C-EECBD7B9E602}" dt="2026-10-11T20:37:56.559" v="22072" actId="20577"/>
          <ac:spMkLst>
            <pc:docMk/>
            <pc:sldMk cId="2880338145" sldId="310"/>
            <ac:spMk id="2" creationId="{082FAE9A-5ECF-7B78-16D4-71DCD5E601EF}"/>
          </ac:spMkLst>
        </pc:spChg>
        <pc:spChg chg="mod">
          <ac:chgData name="Edson Utazi" userId="bcb3a38a-3ad0-4389-89a4-f1f4b25807d3" providerId="ADAL" clId="{6E6BB287-36A5-4019-B86C-EECBD7B9E602}" dt="2026-10-08T10:27:10.593" v="20887" actId="1076"/>
          <ac:spMkLst>
            <pc:docMk/>
            <pc:sldMk cId="2880338145" sldId="310"/>
            <ac:spMk id="3" creationId="{E4CA67FB-F5E9-BD05-0C37-61CB87142431}"/>
          </ac:spMkLst>
        </pc:spChg>
      </pc:sldChg>
      <pc:sldChg chg="addSp delSp modSp new mod">
        <pc:chgData name="Edson Utazi" userId="bcb3a38a-3ad0-4389-89a4-f1f4b25807d3" providerId="ADAL" clId="{6E6BB287-36A5-4019-B86C-EECBD7B9E602}" dt="2026-10-10T21:20:21.567" v="21336" actId="20577"/>
        <pc:sldMkLst>
          <pc:docMk/>
          <pc:sldMk cId="331990522" sldId="312"/>
        </pc:sldMkLst>
        <pc:spChg chg="mod">
          <ac:chgData name="Edson Utazi" userId="bcb3a38a-3ad0-4389-89a4-f1f4b25807d3" providerId="ADAL" clId="{6E6BB287-36A5-4019-B86C-EECBD7B9E602}" dt="2026-10-08T10:19:26.483" v="20794" actId="1076"/>
          <ac:spMkLst>
            <pc:docMk/>
            <pc:sldMk cId="331990522" sldId="312"/>
            <ac:spMk id="2" creationId="{C0ECB343-74C7-7648-094B-029B8649229D}"/>
          </ac:spMkLst>
        </pc:spChg>
        <pc:spChg chg="add mod">
          <ac:chgData name="Edson Utazi" userId="bcb3a38a-3ad0-4389-89a4-f1f4b25807d3" providerId="ADAL" clId="{6E6BB287-36A5-4019-B86C-EECBD7B9E602}" dt="2026-10-10T21:20:21.567" v="21336" actId="20577"/>
          <ac:spMkLst>
            <pc:docMk/>
            <pc:sldMk cId="331990522" sldId="312"/>
            <ac:spMk id="4" creationId="{831E6B05-CFA6-64D1-5DD0-418B230674E2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10:24:58.455" v="20854" actId="1076"/>
        <pc:sldMkLst>
          <pc:docMk/>
          <pc:sldMk cId="593209271" sldId="313"/>
        </pc:sldMkLst>
        <pc:spChg chg="mod">
          <ac:chgData name="Edson Utazi" userId="bcb3a38a-3ad0-4389-89a4-f1f4b25807d3" providerId="ADAL" clId="{6E6BB287-36A5-4019-B86C-EECBD7B9E602}" dt="2026-10-08T10:24:27.024" v="20849" actId="207"/>
          <ac:spMkLst>
            <pc:docMk/>
            <pc:sldMk cId="593209271" sldId="313"/>
            <ac:spMk id="2" creationId="{16D6DA9D-3B95-EB94-255C-83F020DDB79C}"/>
          </ac:spMkLst>
        </pc:spChg>
        <pc:spChg chg="mod">
          <ac:chgData name="Edson Utazi" userId="bcb3a38a-3ad0-4389-89a4-f1f4b25807d3" providerId="ADAL" clId="{6E6BB287-36A5-4019-B86C-EECBD7B9E602}" dt="2026-10-08T10:24:58.455" v="20854" actId="1076"/>
          <ac:spMkLst>
            <pc:docMk/>
            <pc:sldMk cId="593209271" sldId="313"/>
            <ac:spMk id="3" creationId="{A6EB5A6D-11E8-F70B-0C91-1E29064011F6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17" creationId="{A7B223D1-AD04-C650-4BC3-DBED617AED2C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21" creationId="{85315FAD-6C0F-9A50-D8D7-D15165AD9D66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23" creationId="{5ACB8454-1B41-6529-EDB7-33F3971084CD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25" creationId="{11C4F537-9419-7D6A-F849-94E7D90D8DCE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29" creationId="{8E036602-FC50-60FA-7DEB-F92C8C3F96B4}"/>
          </ac:spMkLst>
        </pc:spChg>
        <pc:spChg chg="add mod">
          <ac:chgData name="Edson Utazi" userId="bcb3a38a-3ad0-4389-89a4-f1f4b25807d3" providerId="ADAL" clId="{6E6BB287-36A5-4019-B86C-EECBD7B9E602}" dt="2026-10-06T19:09:49.653" v="18285" actId="1076"/>
          <ac:spMkLst>
            <pc:docMk/>
            <pc:sldMk cId="593209271" sldId="313"/>
            <ac:spMk id="31" creationId="{58B924F6-A712-67C3-6636-72C2CCF7DCA6}"/>
          </ac:spMkLst>
        </pc:spChg>
        <pc:spChg chg="mod">
          <ac:chgData name="Edson Utazi" userId="bcb3a38a-3ad0-4389-89a4-f1f4b25807d3" providerId="ADAL" clId="{6E6BB287-36A5-4019-B86C-EECBD7B9E602}" dt="2026-10-06T19:11:39.474" v="18347" actId="20577"/>
          <ac:spMkLst>
            <pc:docMk/>
            <pc:sldMk cId="593209271" sldId="313"/>
            <ac:spMk id="39" creationId="{35106043-D633-C1BA-6F40-825A4217C661}"/>
          </ac:spMkLst>
        </pc:spChg>
        <pc:spChg chg="add mod">
          <ac:chgData name="Edson Utazi" userId="bcb3a38a-3ad0-4389-89a4-f1f4b25807d3" providerId="ADAL" clId="{6E6BB287-36A5-4019-B86C-EECBD7B9E602}" dt="2026-10-06T19:10:43.777" v="18313" actId="1076"/>
          <ac:spMkLst>
            <pc:docMk/>
            <pc:sldMk cId="593209271" sldId="313"/>
            <ac:spMk id="41" creationId="{622E4271-3F98-84EE-97FF-475ECEAA7630}"/>
          </ac:spMkLst>
        </pc:spChg>
        <pc:spChg chg="mod">
          <ac:chgData name="Edson Utazi" userId="bcb3a38a-3ad0-4389-89a4-f1f4b25807d3" providerId="ADAL" clId="{6E6BB287-36A5-4019-B86C-EECBD7B9E602}" dt="2026-10-06T19:10:47.785" v="18314" actId="1076"/>
          <ac:spMkLst>
            <pc:docMk/>
            <pc:sldMk cId="593209271" sldId="313"/>
            <ac:spMk id="43" creationId="{13D62807-DE56-C47A-D78B-E64F329026EF}"/>
          </ac:spMkLst>
        </pc:spChg>
        <pc:spChg chg="add mod">
          <ac:chgData name="Edson Utazi" userId="bcb3a38a-3ad0-4389-89a4-f1f4b25807d3" providerId="ADAL" clId="{6E6BB287-36A5-4019-B86C-EECBD7B9E602}" dt="2026-10-06T19:10:56.203" v="18315" actId="1076"/>
          <ac:spMkLst>
            <pc:docMk/>
            <pc:sldMk cId="593209271" sldId="313"/>
            <ac:spMk id="45" creationId="{44B9CA62-B404-CB1A-C28B-233140A304B9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47" creationId="{C8F36EB2-739C-AEAF-E06F-3045AF663794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49" creationId="{6212EE5D-9C84-E37B-B62F-387F3DCB6D0A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51" creationId="{8B9FEAA9-3EAC-03F9-C170-16E9827943F2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55" creationId="{841CCC2A-3808-8BA9-9FD8-1A72F6D7A57C}"/>
          </ac:spMkLst>
        </pc:spChg>
        <pc:spChg chg="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57" creationId="{A7206980-C9A1-E2C1-E76E-F00C58D7945B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61" creationId="{E75A40B6-305C-2DDC-05AB-8315D4B38D93}"/>
          </ac:spMkLst>
        </pc:spChg>
        <pc:spChg chg="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63" creationId="{B4ECE045-7666-6068-1DA6-5CD48513F25B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65" creationId="{BE5D62BE-B8E7-E477-62B6-DD56C0A0774F}"/>
          </ac:spMkLst>
        </pc:spChg>
        <pc:spChg chg="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67" creationId="{3E954FB4-91CF-46CF-3EAB-86394B4398BA}"/>
          </ac:spMkLst>
        </pc:spChg>
        <pc:spChg chg="add mod">
          <ac:chgData name="Edson Utazi" userId="bcb3a38a-3ad0-4389-89a4-f1f4b25807d3" providerId="ADAL" clId="{6E6BB287-36A5-4019-B86C-EECBD7B9E602}" dt="2026-10-06T19:11:19.448" v="18316" actId="1076"/>
          <ac:spMkLst>
            <pc:docMk/>
            <pc:sldMk cId="593209271" sldId="313"/>
            <ac:spMk id="69" creationId="{A9B695FA-C675-E711-F0A2-E09BB75FD3B2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10:25:47.226" v="20866" actId="1076"/>
        <pc:sldMkLst>
          <pc:docMk/>
          <pc:sldMk cId="3024647322" sldId="314"/>
        </pc:sldMkLst>
        <pc:spChg chg="mod">
          <ac:chgData name="Edson Utazi" userId="bcb3a38a-3ad0-4389-89a4-f1f4b25807d3" providerId="ADAL" clId="{6E6BB287-36A5-4019-B86C-EECBD7B9E602}" dt="2026-10-08T10:25:42.345" v="20865" actId="207"/>
          <ac:spMkLst>
            <pc:docMk/>
            <pc:sldMk cId="3024647322" sldId="314"/>
            <ac:spMk id="2" creationId="{9420EB44-5B67-0AAA-A9E2-BEBC4416E55E}"/>
          </ac:spMkLst>
        </pc:spChg>
        <pc:spChg chg="mod">
          <ac:chgData name="Edson Utazi" userId="bcb3a38a-3ad0-4389-89a4-f1f4b25807d3" providerId="ADAL" clId="{6E6BB287-36A5-4019-B86C-EECBD7B9E602}" dt="2026-10-08T10:25:47.226" v="20866" actId="1076"/>
          <ac:spMkLst>
            <pc:docMk/>
            <pc:sldMk cId="3024647322" sldId="314"/>
            <ac:spMk id="3" creationId="{79C9C4D0-22F1-6349-9217-86F544F73C9F}"/>
          </ac:spMkLst>
        </pc:spChg>
        <pc:spChg chg="mod">
          <ac:chgData name="Edson Utazi" userId="bcb3a38a-3ad0-4389-89a4-f1f4b25807d3" providerId="ADAL" clId="{6E6BB287-36A5-4019-B86C-EECBD7B9E602}" dt="2026-10-06T19:14:38.930" v="18488" actId="14100"/>
          <ac:spMkLst>
            <pc:docMk/>
            <pc:sldMk cId="3024647322" sldId="314"/>
            <ac:spMk id="7" creationId="{AC032BFC-B3D9-3DC0-37D0-B013963EDB4B}"/>
          </ac:spMkLst>
        </pc:spChg>
        <pc:spChg chg="add mod">
          <ac:chgData name="Edson Utazi" userId="bcb3a38a-3ad0-4389-89a4-f1f4b25807d3" providerId="ADAL" clId="{6E6BB287-36A5-4019-B86C-EECBD7B9E602}" dt="2026-10-06T19:13:03.867" v="18444" actId="1076"/>
          <ac:spMkLst>
            <pc:docMk/>
            <pc:sldMk cId="3024647322" sldId="314"/>
            <ac:spMk id="9" creationId="{3B325BC9-A04D-02C0-BC3A-3A29774D15BB}"/>
          </ac:spMkLst>
        </pc:spChg>
        <pc:spChg chg="add mod">
          <ac:chgData name="Edson Utazi" userId="bcb3a38a-3ad0-4389-89a4-f1f4b25807d3" providerId="ADAL" clId="{6E6BB287-36A5-4019-B86C-EECBD7B9E602}" dt="2026-10-06T19:13:03.867" v="18444" actId="1076"/>
          <ac:spMkLst>
            <pc:docMk/>
            <pc:sldMk cId="3024647322" sldId="314"/>
            <ac:spMk id="21" creationId="{895AACE9-96F4-C00F-908C-AC6A7B541584}"/>
          </ac:spMkLst>
        </pc:spChg>
        <pc:spChg chg="add mod">
          <ac:chgData name="Edson Utazi" userId="bcb3a38a-3ad0-4389-89a4-f1f4b25807d3" providerId="ADAL" clId="{6E6BB287-36A5-4019-B86C-EECBD7B9E602}" dt="2026-10-06T19:13:03.867" v="18444" actId="1076"/>
          <ac:spMkLst>
            <pc:docMk/>
            <pc:sldMk cId="3024647322" sldId="314"/>
            <ac:spMk id="23" creationId="{0D59E0DB-16DE-69F4-900F-4827C62B5789}"/>
          </ac:spMkLst>
        </pc:spChg>
        <pc:spChg chg="add mod">
          <ac:chgData name="Edson Utazi" userId="bcb3a38a-3ad0-4389-89a4-f1f4b25807d3" providerId="ADAL" clId="{6E6BB287-36A5-4019-B86C-EECBD7B9E602}" dt="2026-10-06T19:13:03.867" v="18444" actId="1076"/>
          <ac:spMkLst>
            <pc:docMk/>
            <pc:sldMk cId="3024647322" sldId="314"/>
            <ac:spMk id="29" creationId="{335669EE-9017-7DBB-BAD6-27AA38326925}"/>
          </ac:spMkLst>
        </pc:spChg>
        <pc:spChg chg="add mod">
          <ac:chgData name="Edson Utazi" userId="bcb3a38a-3ad0-4389-89a4-f1f4b25807d3" providerId="ADAL" clId="{6E6BB287-36A5-4019-B86C-EECBD7B9E602}" dt="2026-10-06T19:14:50.600" v="18491" actId="1076"/>
          <ac:spMkLst>
            <pc:docMk/>
            <pc:sldMk cId="3024647322" sldId="314"/>
            <ac:spMk id="57" creationId="{EBFCEF76-7E17-66E9-474A-F15C96F36C2A}"/>
          </ac:spMkLst>
        </pc:spChg>
        <pc:spChg chg="add mod">
          <ac:chgData name="Edson Utazi" userId="bcb3a38a-3ad0-4389-89a4-f1f4b25807d3" providerId="ADAL" clId="{6E6BB287-36A5-4019-B86C-EECBD7B9E602}" dt="2026-10-06T19:17:46.810" v="18687" actId="6549"/>
          <ac:spMkLst>
            <pc:docMk/>
            <pc:sldMk cId="3024647322" sldId="314"/>
            <ac:spMk id="58" creationId="{060C36D4-A7AA-F29D-104A-17DE29BB8055}"/>
          </ac:spMkLst>
        </pc:spChg>
      </pc:sldChg>
      <pc:sldChg chg="modSp add mod">
        <pc:chgData name="Edson Utazi" userId="bcb3a38a-3ad0-4389-89a4-f1f4b25807d3" providerId="ADAL" clId="{6E6BB287-36A5-4019-B86C-EECBD7B9E602}" dt="2026-10-08T10:20:48.875" v="20809" actId="1076"/>
        <pc:sldMkLst>
          <pc:docMk/>
          <pc:sldMk cId="1187951787" sldId="315"/>
        </pc:sldMkLst>
        <pc:spChg chg="mod">
          <ac:chgData name="Edson Utazi" userId="bcb3a38a-3ad0-4389-89a4-f1f4b25807d3" providerId="ADAL" clId="{6E6BB287-36A5-4019-B86C-EECBD7B9E602}" dt="2026-10-08T10:20:41.568" v="20808" actId="2711"/>
          <ac:spMkLst>
            <pc:docMk/>
            <pc:sldMk cId="1187951787" sldId="315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0:30.113" v="20806" actId="207"/>
          <ac:spMkLst>
            <pc:docMk/>
            <pc:sldMk cId="1187951787" sldId="315"/>
            <ac:spMk id="9" creationId="{00000000-0000-0000-0000-000000000000}"/>
          </ac:spMkLst>
        </pc:spChg>
        <pc:picChg chg="mod">
          <ac:chgData name="Edson Utazi" userId="bcb3a38a-3ad0-4389-89a4-f1f4b25807d3" providerId="ADAL" clId="{6E6BB287-36A5-4019-B86C-EECBD7B9E602}" dt="2026-10-08T10:20:48.875" v="20809" actId="1076"/>
          <ac:picMkLst>
            <pc:docMk/>
            <pc:sldMk cId="1187951787" sldId="315"/>
            <ac:picMk id="7" creationId="{00000000-0000-0000-0000-000000000000}"/>
          </ac:picMkLst>
        </pc:picChg>
      </pc:sldChg>
      <pc:sldChg chg="modSp add mod">
        <pc:chgData name="Edson Utazi" userId="bcb3a38a-3ad0-4389-89a4-f1f4b25807d3" providerId="ADAL" clId="{6E6BB287-36A5-4019-B86C-EECBD7B9E602}" dt="2026-10-08T10:22:31.675" v="20827" actId="1076"/>
        <pc:sldMkLst>
          <pc:docMk/>
          <pc:sldMk cId="1490140863" sldId="317"/>
        </pc:sldMkLst>
        <pc:spChg chg="mod">
          <ac:chgData name="Edson Utazi" userId="bcb3a38a-3ad0-4389-89a4-f1f4b25807d3" providerId="ADAL" clId="{6E6BB287-36A5-4019-B86C-EECBD7B9E602}" dt="2026-10-08T10:22:08.017" v="20822" actId="207"/>
          <ac:spMkLst>
            <pc:docMk/>
            <pc:sldMk cId="1490140863" sldId="317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2:31.675" v="20827" actId="1076"/>
          <ac:spMkLst>
            <pc:docMk/>
            <pc:sldMk cId="1490140863" sldId="317"/>
            <ac:spMk id="3" creationId="{00000000-0000-0000-0000-000000000000}"/>
          </ac:spMkLst>
        </pc:spChg>
      </pc:sldChg>
      <pc:sldChg chg="modSp add mod">
        <pc:chgData name="Edson Utazi" userId="bcb3a38a-3ad0-4389-89a4-f1f4b25807d3" providerId="ADAL" clId="{6E6BB287-36A5-4019-B86C-EECBD7B9E602}" dt="2026-10-08T10:22:53.176" v="20831" actId="1076"/>
        <pc:sldMkLst>
          <pc:docMk/>
          <pc:sldMk cId="672838653" sldId="318"/>
        </pc:sldMkLst>
        <pc:spChg chg="mod">
          <ac:chgData name="Edson Utazi" userId="bcb3a38a-3ad0-4389-89a4-f1f4b25807d3" providerId="ADAL" clId="{6E6BB287-36A5-4019-B86C-EECBD7B9E602}" dt="2026-10-06T18:59:28.644" v="18134" actId="14100"/>
          <ac:spMkLst>
            <pc:docMk/>
            <pc:sldMk cId="672838653" sldId="318"/>
            <ac:spMk id="5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2:49.431" v="20830" actId="1076"/>
          <ac:spMkLst>
            <pc:docMk/>
            <pc:sldMk cId="672838653" sldId="318"/>
            <ac:spMk id="7" creationId="{00000000-0000-0000-0000-000000000000}"/>
          </ac:spMkLst>
        </pc:spChg>
        <pc:picChg chg="mod">
          <ac:chgData name="Edson Utazi" userId="bcb3a38a-3ad0-4389-89a4-f1f4b25807d3" providerId="ADAL" clId="{6E6BB287-36A5-4019-B86C-EECBD7B9E602}" dt="2026-10-08T10:22:53.176" v="20831" actId="1076"/>
          <ac:picMkLst>
            <pc:docMk/>
            <pc:sldMk cId="672838653" sldId="318"/>
            <ac:picMk id="4" creationId="{00000000-0000-0000-0000-000000000000}"/>
          </ac:picMkLst>
        </pc:picChg>
      </pc:sldChg>
      <pc:sldChg chg="modSp add mod">
        <pc:chgData name="Edson Utazi" userId="bcb3a38a-3ad0-4389-89a4-f1f4b25807d3" providerId="ADAL" clId="{6E6BB287-36A5-4019-B86C-EECBD7B9E602}" dt="2026-10-11T06:38:45.659" v="21434" actId="20577"/>
        <pc:sldMkLst>
          <pc:docMk/>
          <pc:sldMk cId="311200512" sldId="319"/>
        </pc:sldMkLst>
        <pc:spChg chg="mod">
          <ac:chgData name="Edson Utazi" userId="bcb3a38a-3ad0-4389-89a4-f1f4b25807d3" providerId="ADAL" clId="{6E6BB287-36A5-4019-B86C-EECBD7B9E602}" dt="2026-10-08T10:23:04.954" v="20833" actId="207"/>
          <ac:spMkLst>
            <pc:docMk/>
            <pc:sldMk cId="311200512" sldId="319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1T06:38:45.659" v="21434" actId="20577"/>
          <ac:spMkLst>
            <pc:docMk/>
            <pc:sldMk cId="311200512" sldId="319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3:19.894" v="20835" actId="1076"/>
          <ac:spMkLst>
            <pc:docMk/>
            <pc:sldMk cId="311200512" sldId="319"/>
            <ac:spMk id="4" creationId="{00000000-0000-0000-0000-000000000000}"/>
          </ac:spMkLst>
        </pc:spChg>
      </pc:sldChg>
      <pc:sldChg chg="modSp add mod">
        <pc:chgData name="Edson Utazi" userId="bcb3a38a-3ad0-4389-89a4-f1f4b25807d3" providerId="ADAL" clId="{6E6BB287-36A5-4019-B86C-EECBD7B9E602}" dt="2026-10-08T10:23:59.144" v="20842" actId="27636"/>
        <pc:sldMkLst>
          <pc:docMk/>
          <pc:sldMk cId="2412570787" sldId="320"/>
        </pc:sldMkLst>
        <pc:spChg chg="mod">
          <ac:chgData name="Edson Utazi" userId="bcb3a38a-3ad0-4389-89a4-f1f4b25807d3" providerId="ADAL" clId="{6E6BB287-36A5-4019-B86C-EECBD7B9E602}" dt="2026-10-08T10:23:59.144" v="20842" actId="27636"/>
          <ac:spMkLst>
            <pc:docMk/>
            <pc:sldMk cId="2412570787" sldId="320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10:23:37.088" v="20838" actId="1076"/>
          <ac:spMkLst>
            <pc:docMk/>
            <pc:sldMk cId="2412570787" sldId="320"/>
            <ac:spMk id="6" creationId="{00000000-0000-0000-0000-000000000000}"/>
          </ac:spMkLst>
        </pc:spChg>
      </pc:sldChg>
      <pc:sldChg chg="modSp add mod ord">
        <pc:chgData name="Edson Utazi" userId="bcb3a38a-3ad0-4389-89a4-f1f4b25807d3" providerId="ADAL" clId="{6E6BB287-36A5-4019-B86C-EECBD7B9E602}" dt="2026-10-11T07:55:24.921" v="22038" actId="14100"/>
        <pc:sldMkLst>
          <pc:docMk/>
          <pc:sldMk cId="2949713434" sldId="321"/>
        </pc:sldMkLst>
        <pc:spChg chg="mod">
          <ac:chgData name="Edson Utazi" userId="bcb3a38a-3ad0-4389-89a4-f1f4b25807d3" providerId="ADAL" clId="{6E6BB287-36A5-4019-B86C-EECBD7B9E602}" dt="2026-10-08T10:27:26.651" v="20890" actId="207"/>
          <ac:spMkLst>
            <pc:docMk/>
            <pc:sldMk cId="2949713434" sldId="321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1T07:55:24.921" v="22038" actId="14100"/>
          <ac:spMkLst>
            <pc:docMk/>
            <pc:sldMk cId="2949713434" sldId="321"/>
            <ac:spMk id="3" creationId="{00000000-0000-0000-0000-000000000000}"/>
          </ac:spMkLst>
        </pc:spChg>
      </pc:sldChg>
      <pc:sldChg chg="modSp add mod">
        <pc:chgData name="Edson Utazi" userId="bcb3a38a-3ad0-4389-89a4-f1f4b25807d3" providerId="ADAL" clId="{6E6BB287-36A5-4019-B86C-EECBD7B9E602}" dt="2026-10-08T07:30:19.761" v="20071" actId="20577"/>
        <pc:sldMkLst>
          <pc:docMk/>
          <pc:sldMk cId="1939827695" sldId="323"/>
        </pc:sldMkLst>
        <pc:spChg chg="mod">
          <ac:chgData name="Edson Utazi" userId="bcb3a38a-3ad0-4389-89a4-f1f4b25807d3" providerId="ADAL" clId="{6E6BB287-36A5-4019-B86C-EECBD7B9E602}" dt="2026-10-08T07:24:40.989" v="19852" actId="1076"/>
          <ac:spMkLst>
            <pc:docMk/>
            <pc:sldMk cId="1939827695" sldId="323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8T07:30:19.761" v="20071" actId="20577"/>
          <ac:spMkLst>
            <pc:docMk/>
            <pc:sldMk cId="1939827695" sldId="323"/>
            <ac:spMk id="3" creationId="{00000000-0000-0000-0000-000000000000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10:25:17.287" v="20859" actId="207"/>
        <pc:sldMkLst>
          <pc:docMk/>
          <pc:sldMk cId="3450400568" sldId="324"/>
        </pc:sldMkLst>
        <pc:spChg chg="mod">
          <ac:chgData name="Edson Utazi" userId="bcb3a38a-3ad0-4389-89a4-f1f4b25807d3" providerId="ADAL" clId="{6E6BB287-36A5-4019-B86C-EECBD7B9E602}" dt="2026-10-08T10:25:17.287" v="20859" actId="207"/>
          <ac:spMkLst>
            <pc:docMk/>
            <pc:sldMk cId="3450400568" sldId="324"/>
            <ac:spMk id="2" creationId="{E3ECE87F-8C6D-9342-7575-69471CD71675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5" creationId="{13685EFB-B749-925D-213D-3A505ECA8C46}"/>
          </ac:spMkLst>
        </pc:spChg>
        <pc:spChg chg="add">
          <ac:chgData name="Edson Utazi" userId="bcb3a38a-3ad0-4389-89a4-f1f4b25807d3" providerId="ADAL" clId="{6E6BB287-36A5-4019-B86C-EECBD7B9E602}" dt="2026-10-06T19:19:20.490" v="18728" actId="22"/>
          <ac:spMkLst>
            <pc:docMk/>
            <pc:sldMk cId="3450400568" sldId="324"/>
            <ac:spMk id="7" creationId="{6B1C1831-A660-B955-97D5-E45DD29A8CF8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9" creationId="{571EA27A-2D37-B257-09C9-3407B04E047F}"/>
          </ac:spMkLst>
        </pc:spChg>
        <pc:spChg chg="add">
          <ac:chgData name="Edson Utazi" userId="bcb3a38a-3ad0-4389-89a4-f1f4b25807d3" providerId="ADAL" clId="{6E6BB287-36A5-4019-B86C-EECBD7B9E602}" dt="2026-10-06T19:19:20.490" v="18728" actId="22"/>
          <ac:spMkLst>
            <pc:docMk/>
            <pc:sldMk cId="3450400568" sldId="324"/>
            <ac:spMk id="11" creationId="{ED0065AB-E0E6-36F7-BC77-7F2733B71A22}"/>
          </ac:spMkLst>
        </pc:spChg>
        <pc:spChg chg="add">
          <ac:chgData name="Edson Utazi" userId="bcb3a38a-3ad0-4389-89a4-f1f4b25807d3" providerId="ADAL" clId="{6E6BB287-36A5-4019-B86C-EECBD7B9E602}" dt="2026-10-06T19:19:20.490" v="18728" actId="22"/>
          <ac:spMkLst>
            <pc:docMk/>
            <pc:sldMk cId="3450400568" sldId="324"/>
            <ac:spMk id="13" creationId="{FDD75440-6093-D7C4-287E-B167EAD2EAEB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15" creationId="{D4AE1E50-F72E-76DF-A642-7E6912192764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17" creationId="{82AA9883-0616-27A5-88B4-638BC34E48C2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19" creationId="{0B6914B9-D1CC-2850-4DA4-2775005A9A69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21" creationId="{A4784243-D578-006C-1D9F-4276AC8B45F3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23" creationId="{8DE62D79-6230-8D47-6D61-467662F30DF4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25" creationId="{A137FE1F-FBCF-E629-E360-12493699A145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27" creationId="{54B363DD-8F86-2E4C-7C63-0D4C05EADD6C}"/>
          </ac:spMkLst>
        </pc:spChg>
        <pc:spChg chg="add mod">
          <ac:chgData name="Edson Utazi" userId="bcb3a38a-3ad0-4389-89a4-f1f4b25807d3" providerId="ADAL" clId="{6E6BB287-36A5-4019-B86C-EECBD7B9E602}" dt="2026-10-06T19:19:39.405" v="18731" actId="1076"/>
          <ac:spMkLst>
            <pc:docMk/>
            <pc:sldMk cId="3450400568" sldId="324"/>
            <ac:spMk id="29" creationId="{8F32FC3F-6636-6CB8-34FC-AE2A9CFC6A27}"/>
          </ac:spMkLst>
        </pc:spChg>
        <pc:spChg chg="add mod">
          <ac:chgData name="Edson Utazi" userId="bcb3a38a-3ad0-4389-89a4-f1f4b25807d3" providerId="ADAL" clId="{6E6BB287-36A5-4019-B86C-EECBD7B9E602}" dt="2026-10-06T19:19:52.167" v="18748" actId="1036"/>
          <ac:spMkLst>
            <pc:docMk/>
            <pc:sldMk cId="3450400568" sldId="324"/>
            <ac:spMk id="31" creationId="{0A4A7089-70C6-3258-5FB9-AFC19B26814C}"/>
          </ac:spMkLst>
        </pc:spChg>
        <pc:spChg chg="add mod">
          <ac:chgData name="Edson Utazi" userId="bcb3a38a-3ad0-4389-89a4-f1f4b25807d3" providerId="ADAL" clId="{6E6BB287-36A5-4019-B86C-EECBD7B9E602}" dt="2026-10-06T19:21:45.784" v="18814" actId="1076"/>
          <ac:spMkLst>
            <pc:docMk/>
            <pc:sldMk cId="3450400568" sldId="324"/>
            <ac:spMk id="35" creationId="{61EECEA1-1584-78A1-B4A8-44F0F6094D0A}"/>
          </ac:spMkLst>
        </pc:spChg>
      </pc:sldChg>
      <pc:sldChg chg="addSp modSp new mod">
        <pc:chgData name="Edson Utazi" userId="bcb3a38a-3ad0-4389-89a4-f1f4b25807d3" providerId="ADAL" clId="{6E6BB287-36A5-4019-B86C-EECBD7B9E602}" dt="2026-10-08T10:26:34.359" v="20881" actId="1076"/>
        <pc:sldMkLst>
          <pc:docMk/>
          <pc:sldMk cId="1681207756" sldId="325"/>
        </pc:sldMkLst>
        <pc:spChg chg="mod">
          <ac:chgData name="Edson Utazi" userId="bcb3a38a-3ad0-4389-89a4-f1f4b25807d3" providerId="ADAL" clId="{6E6BB287-36A5-4019-B86C-EECBD7B9E602}" dt="2026-10-08T10:26:18.918" v="20879" actId="27636"/>
          <ac:spMkLst>
            <pc:docMk/>
            <pc:sldMk cId="1681207756" sldId="325"/>
            <ac:spMk id="2" creationId="{701C6E3F-4885-6F8E-8050-85A926100A67}"/>
          </ac:spMkLst>
        </pc:spChg>
        <pc:spChg chg="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3" creationId="{DA814154-B58A-15A0-15A6-665A48BE8E1B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5" creationId="{3E461B6E-3056-C6EA-980F-9CB94BD84949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7" creationId="{F49F11FA-ADFB-C023-633F-9A004928B748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9" creationId="{5F15C8C7-E97B-2CED-6D68-3C14DDA1C380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11" creationId="{9CF02749-7BE9-099E-A7DD-4ED5BFB85F58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13" creationId="{25076A0F-2822-3BBB-E11D-4EAC3BFB452F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15" creationId="{5B7D4246-17D6-2111-7373-96CFF4D4B7CC}"/>
          </ac:spMkLst>
        </pc:spChg>
        <pc:spChg chg="add mod">
          <ac:chgData name="Edson Utazi" userId="bcb3a38a-3ad0-4389-89a4-f1f4b25807d3" providerId="ADAL" clId="{6E6BB287-36A5-4019-B86C-EECBD7B9E602}" dt="2026-10-08T10:26:34.359" v="20881" actId="1076"/>
          <ac:spMkLst>
            <pc:docMk/>
            <pc:sldMk cId="1681207756" sldId="325"/>
            <ac:spMk id="16" creationId="{D5C3B0CE-595A-B508-7F40-B8177FE64A0E}"/>
          </ac:spMkLst>
        </pc:spChg>
      </pc:sldChg>
      <pc:sldChg chg="modSp new mod">
        <pc:chgData name="Edson Utazi" userId="bcb3a38a-3ad0-4389-89a4-f1f4b25807d3" providerId="ADAL" clId="{6E6BB287-36A5-4019-B86C-EECBD7B9E602}" dt="2026-10-08T11:17:15.254" v="21026" actId="1076"/>
        <pc:sldMkLst>
          <pc:docMk/>
          <pc:sldMk cId="246703594" sldId="326"/>
        </pc:sldMkLst>
        <pc:spChg chg="mod">
          <ac:chgData name="Edson Utazi" userId="bcb3a38a-3ad0-4389-89a4-f1f4b25807d3" providerId="ADAL" clId="{6E6BB287-36A5-4019-B86C-EECBD7B9E602}" dt="2026-10-08T11:12:28.039" v="21005" actId="207"/>
          <ac:spMkLst>
            <pc:docMk/>
            <pc:sldMk cId="246703594" sldId="326"/>
            <ac:spMk id="2" creationId="{C68A1159-0122-8E18-697F-F357EE71B7D7}"/>
          </ac:spMkLst>
        </pc:spChg>
        <pc:spChg chg="mod">
          <ac:chgData name="Edson Utazi" userId="bcb3a38a-3ad0-4389-89a4-f1f4b25807d3" providerId="ADAL" clId="{6E6BB287-36A5-4019-B86C-EECBD7B9E602}" dt="2026-10-08T11:17:15.254" v="21026" actId="1076"/>
          <ac:spMkLst>
            <pc:docMk/>
            <pc:sldMk cId="246703594" sldId="326"/>
            <ac:spMk id="3" creationId="{E8CBCF55-7A5F-E64A-02D2-3553C186F547}"/>
          </ac:spMkLst>
        </pc:spChg>
      </pc:sldChg>
      <pc:sldChg chg="modSp add mod">
        <pc:chgData name="Edson Utazi" userId="bcb3a38a-3ad0-4389-89a4-f1f4b25807d3" providerId="ADAL" clId="{6E6BB287-36A5-4019-B86C-EECBD7B9E602}" dt="2026-10-08T07:22:01.906" v="19839" actId="1076"/>
        <pc:sldMkLst>
          <pc:docMk/>
          <pc:sldMk cId="587861640" sldId="327"/>
        </pc:sldMkLst>
        <pc:spChg chg="mod">
          <ac:chgData name="Edson Utazi" userId="bcb3a38a-3ad0-4389-89a4-f1f4b25807d3" providerId="ADAL" clId="{6E6BB287-36A5-4019-B86C-EECBD7B9E602}" dt="2026-10-08T07:22:01.906" v="19839" actId="1076"/>
          <ac:spMkLst>
            <pc:docMk/>
            <pc:sldMk cId="587861640" sldId="327"/>
            <ac:spMk id="142" creationId="{00000000-0000-0000-0000-000000000000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09:27:20.404" v="20538" actId="1076"/>
        <pc:sldMkLst>
          <pc:docMk/>
          <pc:sldMk cId="488052268" sldId="328"/>
        </pc:sldMkLst>
        <pc:spChg chg="mod">
          <ac:chgData name="Edson Utazi" userId="bcb3a38a-3ad0-4389-89a4-f1f4b25807d3" providerId="ADAL" clId="{6E6BB287-36A5-4019-B86C-EECBD7B9E602}" dt="2026-10-08T09:27:20.404" v="20538" actId="1076"/>
          <ac:spMkLst>
            <pc:docMk/>
            <pc:sldMk cId="488052268" sldId="328"/>
            <ac:spMk id="3" creationId="{DCC58088-A92C-F9A8-43C5-F999CB973330}"/>
          </ac:spMkLst>
        </pc:spChg>
        <pc:spChg chg="add mod">
          <ac:chgData name="Edson Utazi" userId="bcb3a38a-3ad0-4389-89a4-f1f4b25807d3" providerId="ADAL" clId="{6E6BB287-36A5-4019-B86C-EECBD7B9E602}" dt="2026-10-08T07:49:08.308" v="20083"/>
          <ac:spMkLst>
            <pc:docMk/>
            <pc:sldMk cId="488052268" sldId="328"/>
            <ac:spMk id="4" creationId="{561E6791-C3D8-D27B-3C5E-FE541DD3D334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10:14:51.928" v="20695" actId="1076"/>
        <pc:sldMkLst>
          <pc:docMk/>
          <pc:sldMk cId="4186330522" sldId="329"/>
        </pc:sldMkLst>
        <pc:spChg chg="add mod">
          <ac:chgData name="Edson Utazi" userId="bcb3a38a-3ad0-4389-89a4-f1f4b25807d3" providerId="ADAL" clId="{6E6BB287-36A5-4019-B86C-EECBD7B9E602}" dt="2026-10-08T08:00:07.661" v="20182" actId="20577"/>
          <ac:spMkLst>
            <pc:docMk/>
            <pc:sldMk cId="4186330522" sldId="329"/>
            <ac:spMk id="6" creationId="{90EB61C4-214C-C24B-1050-C6E122C43E33}"/>
          </ac:spMkLst>
        </pc:spChg>
        <pc:graphicFrameChg chg="add mod modGraphic">
          <ac:chgData name="Edson Utazi" userId="bcb3a38a-3ad0-4389-89a4-f1f4b25807d3" providerId="ADAL" clId="{6E6BB287-36A5-4019-B86C-EECBD7B9E602}" dt="2026-10-08T10:14:51.928" v="20695" actId="1076"/>
          <ac:graphicFrameMkLst>
            <pc:docMk/>
            <pc:sldMk cId="4186330522" sldId="329"/>
            <ac:graphicFrameMk id="7" creationId="{3B45046F-21D0-CFB5-5573-B1CE4CC7AA1A}"/>
          </ac:graphicFrameMkLst>
        </pc:graphicFrameChg>
      </pc:sldChg>
      <pc:sldChg chg="addSp delSp modSp new del mod ord modAnim">
        <pc:chgData name="Edson Utazi" userId="bcb3a38a-3ad0-4389-89a4-f1f4b25807d3" providerId="ADAL" clId="{6E6BB287-36A5-4019-B86C-EECBD7B9E602}" dt="2026-10-11T08:06:04.105" v="22039" actId="2696"/>
        <pc:sldMkLst>
          <pc:docMk/>
          <pc:sldMk cId="2448319825" sldId="330"/>
        </pc:sldMkLst>
        <pc:spChg chg="mod">
          <ac:chgData name="Edson Utazi" userId="bcb3a38a-3ad0-4389-89a4-f1f4b25807d3" providerId="ADAL" clId="{6E6BB287-36A5-4019-B86C-EECBD7B9E602}" dt="2026-10-11T06:59:57.534" v="21444" actId="14100"/>
          <ac:spMkLst>
            <pc:docMk/>
            <pc:sldMk cId="2448319825" sldId="330"/>
            <ac:spMk id="2" creationId="{27572C38-3D06-98DD-01C4-8D49BD52973A}"/>
          </ac:spMkLst>
        </pc:spChg>
      </pc:sldChg>
      <pc:sldChg chg="addSp delSp modSp new mod">
        <pc:chgData name="Edson Utazi" userId="bcb3a38a-3ad0-4389-89a4-f1f4b25807d3" providerId="ADAL" clId="{6E6BB287-36A5-4019-B86C-EECBD7B9E602}" dt="2026-10-08T09:27:00.203" v="20535" actId="1076"/>
        <pc:sldMkLst>
          <pc:docMk/>
          <pc:sldMk cId="3359672597" sldId="331"/>
        </pc:sldMkLst>
        <pc:spChg chg="add mod">
          <ac:chgData name="Edson Utazi" userId="bcb3a38a-3ad0-4389-89a4-f1f4b25807d3" providerId="ADAL" clId="{6E6BB287-36A5-4019-B86C-EECBD7B9E602}" dt="2026-10-08T09:01:49.465" v="20245"/>
          <ac:spMkLst>
            <pc:docMk/>
            <pc:sldMk cId="3359672597" sldId="331"/>
            <ac:spMk id="7" creationId="{3924D7D8-15F0-BAB0-3A2F-BCDD0CE16F4B}"/>
          </ac:spMkLst>
        </pc:spChg>
        <pc:spChg chg="add mod">
          <ac:chgData name="Edson Utazi" userId="bcb3a38a-3ad0-4389-89a4-f1f4b25807d3" providerId="ADAL" clId="{6E6BB287-36A5-4019-B86C-EECBD7B9E602}" dt="2026-10-08T09:02:35.093" v="20308" actId="207"/>
          <ac:spMkLst>
            <pc:docMk/>
            <pc:sldMk cId="3359672597" sldId="331"/>
            <ac:spMk id="8" creationId="{955F178B-A0D9-3F3E-1D3B-C5C931E6EF00}"/>
          </ac:spMkLst>
        </pc:spChg>
        <pc:spChg chg="add mod">
          <ac:chgData name="Edson Utazi" userId="bcb3a38a-3ad0-4389-89a4-f1f4b25807d3" providerId="ADAL" clId="{6E6BB287-36A5-4019-B86C-EECBD7B9E602}" dt="2026-10-08T09:26:55.153" v="20534" actId="1076"/>
          <ac:spMkLst>
            <pc:docMk/>
            <pc:sldMk cId="3359672597" sldId="331"/>
            <ac:spMk id="11" creationId="{93501471-2248-1E9C-4C3D-BB699F9571CC}"/>
          </ac:spMkLst>
        </pc:spChg>
        <pc:picChg chg="add mod">
          <ac:chgData name="Edson Utazi" userId="bcb3a38a-3ad0-4389-89a4-f1f4b25807d3" providerId="ADAL" clId="{6E6BB287-36A5-4019-B86C-EECBD7B9E602}" dt="2026-10-08T09:03:47.074" v="20315" actId="1076"/>
          <ac:picMkLst>
            <pc:docMk/>
            <pc:sldMk cId="3359672597" sldId="331"/>
            <ac:picMk id="6" creationId="{A2C3719D-27FF-28C3-105D-72ACE4F8D6C5}"/>
          </ac:picMkLst>
        </pc:picChg>
        <pc:picChg chg="add mod">
          <ac:chgData name="Edson Utazi" userId="bcb3a38a-3ad0-4389-89a4-f1f4b25807d3" providerId="ADAL" clId="{6E6BB287-36A5-4019-B86C-EECBD7B9E602}" dt="2026-10-08T09:27:00.203" v="20535" actId="1076"/>
          <ac:picMkLst>
            <pc:docMk/>
            <pc:sldMk cId="3359672597" sldId="331"/>
            <ac:picMk id="10" creationId="{CBD39C0E-F7E2-DB47-DD57-7FBEB1EE7938}"/>
          </ac:picMkLst>
        </pc:picChg>
      </pc:sldChg>
      <pc:sldChg chg="addSp delSp modSp new mod">
        <pc:chgData name="Edson Utazi" userId="bcb3a38a-3ad0-4389-89a4-f1f4b25807d3" providerId="ADAL" clId="{6E6BB287-36A5-4019-B86C-EECBD7B9E602}" dt="2026-10-11T06:26:12.021" v="21407" actId="1076"/>
        <pc:sldMkLst>
          <pc:docMk/>
          <pc:sldMk cId="3799138665" sldId="332"/>
        </pc:sldMkLst>
        <pc:spChg chg="del">
          <ac:chgData name="Edson Utazi" userId="bcb3a38a-3ad0-4389-89a4-f1f4b25807d3" providerId="ADAL" clId="{6E6BB287-36A5-4019-B86C-EECBD7B9E602}" dt="2026-10-11T06:22:59.272" v="21339" actId="478"/>
          <ac:spMkLst>
            <pc:docMk/>
            <pc:sldMk cId="3799138665" sldId="332"/>
            <ac:spMk id="2" creationId="{65CDFCC6-8E37-B867-3C07-B12C6140CD21}"/>
          </ac:spMkLst>
        </pc:spChg>
        <pc:spChg chg="del">
          <ac:chgData name="Edson Utazi" userId="bcb3a38a-3ad0-4389-89a4-f1f4b25807d3" providerId="ADAL" clId="{6E6BB287-36A5-4019-B86C-EECBD7B9E602}" dt="2026-10-11T06:22:56.553" v="21338" actId="478"/>
          <ac:spMkLst>
            <pc:docMk/>
            <pc:sldMk cId="3799138665" sldId="332"/>
            <ac:spMk id="3" creationId="{D688BD1E-7F97-BBC3-9D7C-647A4A3D0E9B}"/>
          </ac:spMkLst>
        </pc:spChg>
        <pc:spChg chg="add mod">
          <ac:chgData name="Edson Utazi" userId="bcb3a38a-3ad0-4389-89a4-f1f4b25807d3" providerId="ADAL" clId="{6E6BB287-36A5-4019-B86C-EECBD7B9E602}" dt="2026-10-11T06:23:46.353" v="21346"/>
          <ac:spMkLst>
            <pc:docMk/>
            <pc:sldMk cId="3799138665" sldId="332"/>
            <ac:spMk id="6" creationId="{D9B07CA9-D351-1912-2FE6-452719BAB202}"/>
          </ac:spMkLst>
        </pc:spChg>
        <pc:spChg chg="add mod">
          <ac:chgData name="Edson Utazi" userId="bcb3a38a-3ad0-4389-89a4-f1f4b25807d3" providerId="ADAL" clId="{6E6BB287-36A5-4019-B86C-EECBD7B9E602}" dt="2026-10-11T06:26:12.021" v="21407" actId="1076"/>
          <ac:spMkLst>
            <pc:docMk/>
            <pc:sldMk cId="3799138665" sldId="332"/>
            <ac:spMk id="7" creationId="{8B3FDB98-4B61-EAB9-A4E0-72C0F151F490}"/>
          </ac:spMkLst>
        </pc:spChg>
        <pc:picChg chg="add mod modCrop">
          <ac:chgData name="Edson Utazi" userId="bcb3a38a-3ad0-4389-89a4-f1f4b25807d3" providerId="ADAL" clId="{6E6BB287-36A5-4019-B86C-EECBD7B9E602}" dt="2026-10-11T06:23:25.901" v="21345" actId="1076"/>
          <ac:picMkLst>
            <pc:docMk/>
            <pc:sldMk cId="3799138665" sldId="332"/>
            <ac:picMk id="5" creationId="{09EFB8CB-64A5-E12D-0ACC-53B49318D756}"/>
          </ac:picMkLst>
        </pc:picChg>
      </pc:sldChg>
      <pc:sldMasterChg chg="addSp modSp mod">
        <pc:chgData name="Edson Utazi" userId="bcb3a38a-3ad0-4389-89a4-f1f4b25807d3" providerId="ADAL" clId="{6E6BB287-36A5-4019-B86C-EECBD7B9E602}" dt="2026-10-08T11:19:45.871" v="21028" actId="1036"/>
        <pc:sldMasterMkLst>
          <pc:docMk/>
          <pc:sldMasterMk cId="2883044382" sldId="2147483648"/>
        </pc:sldMasterMkLst>
        <pc:spChg chg="add mod">
          <ac:chgData name="Edson Utazi" userId="bcb3a38a-3ad0-4389-89a4-f1f4b25807d3" providerId="ADAL" clId="{6E6BB287-36A5-4019-B86C-EECBD7B9E602}" dt="2026-10-08T07:23:01.880" v="19846" actId="2085"/>
          <ac:spMkLst>
            <pc:docMk/>
            <pc:sldMasterMk cId="2883044382" sldId="2147483648"/>
            <ac:spMk id="7" creationId="{8AA28983-D08E-D6B3-7FEC-184B7834E72E}"/>
          </ac:spMkLst>
        </pc:spChg>
        <pc:spChg chg="add mod">
          <ac:chgData name="Edson Utazi" userId="bcb3a38a-3ad0-4389-89a4-f1f4b25807d3" providerId="ADAL" clId="{6E6BB287-36A5-4019-B86C-EECBD7B9E602}" dt="2026-10-08T11:19:45.871" v="21028" actId="1036"/>
          <ac:spMkLst>
            <pc:docMk/>
            <pc:sldMasterMk cId="2883044382" sldId="2147483648"/>
            <ac:spMk id="9" creationId="{2FF53B30-B182-FE1B-9AFF-61828B1B8C4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1D9A7-6448-49C6-9BCD-A48E5EF52F25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01CB2-2F91-4811-AEC7-AD436CB55F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2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4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1CB2-2F91-4811-AEC7-AD436CB55F6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25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4D73-8E65-09D5-5608-B638EB46B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FAF69-A2F3-C279-B94E-AA170224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7F29-61F8-5C85-E2D7-C1AAF64F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85A7D-1960-66EC-8DED-EE879459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B2126-541A-8F43-CD99-68446C4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69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2052-1482-533E-AD5F-0CFA5600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A269-00AD-C244-1848-BFF62246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B6F8-6D52-3EB2-A59F-6C5D8B12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B079E-975B-A20C-30A4-1CE3E925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D154-8211-CA2D-EA3F-B46A5740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38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2334-AD8D-AF48-789E-D7C4D4FE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F3353-F7F4-B94B-ABDD-9FD5DBC07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45AB8-D6DE-EE03-C431-15B2CF4A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26588-5E8E-1425-E8C2-84BCB2A2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EC232-E6A7-C778-CEBF-53CEB348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18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9852-21E0-E0C2-A5EF-8B4278B9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EE58-C00B-BE35-D334-E3CC26564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13C81-E70F-53A7-903B-58B415450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9A4A0-2D55-9CEE-B645-5D6699E5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B307C-9C3F-08C8-A790-BAE13649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856E-99F6-5B4C-44CE-5F66C3D8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156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2F02-62EA-C99D-523D-315E77AB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CEE7A-9E39-AF38-9CE6-7BB56500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8BA04-EB73-6619-3585-BDE0B0562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DA992-1A33-976A-F762-73636B26D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3E88B-FD34-7AB0-C7A1-043FA8A7B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A2019-DB14-87B3-0A48-3826B28D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37BC3D-56F2-344E-5E96-48F0E88D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190DF-E9A6-1E59-56E9-85CE9536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80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1A44-AED2-7322-C477-CA6B7958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CCEC3-00EB-5CEA-B13F-9C07DDFE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05375-4928-EB32-12F1-9EA2BBB9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3F84B-0A72-3778-EFB2-FDC9A335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8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9424D-8E3F-793C-AC0E-0C0331FC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E2562-5360-2161-2597-8111178E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A1A63-2CC8-FC83-CDD5-E9222148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03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BE09-C074-A452-B6F2-CEB18C10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C2C9E-2F59-DE62-6789-FD616DA8C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C8A36-72FF-8ABD-56D8-C4497FD5E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55591-71F1-9894-20C4-DA431860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6F644-1D84-9C73-015C-9D8E2473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473E7-252B-3110-F9C5-0B245A10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69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7A12-C05A-7954-2E86-C0216407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7E7D7-A7A1-A7D4-EF40-7CFB8330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6F57C-5294-6C23-FA44-A66217B96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0B614-2A12-0E1B-F30C-08069670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28677-79DC-C983-1E63-7D8BA2F4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7D982-1AC3-9673-DF47-C69BFFD5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92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AE8B-43CE-5E50-6844-2D3730ED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BFAD7-2F1F-EBB6-030B-FA2CEA81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ED69-6717-671B-2DB7-1B7F99E8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F2A8-B160-A1BC-5E5F-CB456662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1BED0-36E6-D64A-2B64-D8A06731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19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16E98-09BF-8849-E511-C119524A4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3EEF2-062D-5C80-56DC-25F8CF159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9571-F4E3-3E79-8300-1520D084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38D7E-1B93-B37F-568B-B4957AB4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2732A-DFF4-3F77-B382-0796B0DC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87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wrap="square" lIns="121897" tIns="121897" rIns="121897" bIns="121897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wrap="square" lIns="121897" tIns="121897" rIns="121897" bIns="121897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fld id="{00000000-1234-1234-1234-123412341234}" type="slidenum">
              <a:rPr lang="sv" smtClean="0"/>
              <a:pPr/>
              <a:t>‹#›</a:t>
            </a:fld>
            <a:endParaRPr lang="sv"/>
          </a:p>
        </p:txBody>
      </p:sp>
    </p:spTree>
    <p:extLst>
      <p:ext uri="{BB962C8B-B14F-4D97-AF65-F5344CB8AC3E}">
        <p14:creationId xmlns:p14="http://schemas.microsoft.com/office/powerpoint/2010/main" val="344715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BDCE0-8269-F499-E2B9-75C71B93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D2AF9-22DD-0359-7D19-CD3D5E5FD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A42FF-8539-9A66-41C1-CFA55691A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3E468-4FBB-43B8-BF97-1CC5400EF2F4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83AF1-A525-2B2A-D913-4F31738F7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A7FD-C62F-85A8-05D3-A46E562D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F0305-7E8D-4D9F-A32B-36F044847C0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A28983-D08E-D6B3-7FEC-184B7834E72E}"/>
              </a:ext>
            </a:extLst>
          </p:cNvPr>
          <p:cNvSpPr/>
          <p:nvPr userDrawn="1"/>
        </p:nvSpPr>
        <p:spPr>
          <a:xfrm>
            <a:off x="0" y="0"/>
            <a:ext cx="12192000" cy="812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F53B30-B182-FE1B-9AFF-61828B1B8C40}"/>
              </a:ext>
            </a:extLst>
          </p:cNvPr>
          <p:cNvSpPr/>
          <p:nvPr userDrawn="1"/>
        </p:nvSpPr>
        <p:spPr>
          <a:xfrm>
            <a:off x="0" y="6739947"/>
            <a:ext cx="12192000" cy="1226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04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Shape 141"/>
          <p:cNvPicPr preferRelativeResize="0"/>
          <p:nvPr/>
        </p:nvPicPr>
        <p:blipFill rotWithShape="1">
          <a:blip r:embed="rId3">
            <a:alphaModFix/>
          </a:blip>
          <a:srcRect t="16840"/>
          <a:stretch/>
        </p:blipFill>
        <p:spPr>
          <a:xfrm>
            <a:off x="0" y="0"/>
            <a:ext cx="12191992" cy="551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Shape 142"/>
          <p:cNvSpPr txBox="1"/>
          <p:nvPr/>
        </p:nvSpPr>
        <p:spPr>
          <a:xfrm>
            <a:off x="1768304" y="803716"/>
            <a:ext cx="8655381" cy="1070408"/>
          </a:xfrm>
          <a:prstGeom prst="rect">
            <a:avLst/>
          </a:prstGeom>
          <a:noFill/>
          <a:ln>
            <a:noFill/>
          </a:ln>
        </p:spPr>
        <p:txBody>
          <a:bodyPr wrap="square" lIns="121897" tIns="121897" rIns="121897" bIns="121897" anchor="t" anchorCtr="0">
            <a:noAutofit/>
          </a:bodyPr>
          <a:lstStyle/>
          <a:p>
            <a:pPr algn="ctr">
              <a:buClr>
                <a:schemeClr val="dk1"/>
              </a:buClr>
              <a:buSzPct val="34375"/>
            </a:pPr>
            <a:r>
              <a:rPr lang="en-GB" sz="4400" b="1" dirty="0">
                <a:solidFill>
                  <a:schemeClr val="bg1"/>
                </a:solidFill>
              </a:rPr>
              <a:t>Introduction to spatial statistics</a:t>
            </a:r>
            <a:endParaRPr lang="en-GB" sz="4400" b="1" dirty="0">
              <a:solidFill>
                <a:schemeClr val="bg1"/>
              </a:solidFill>
              <a:latin typeface="Merriweather"/>
              <a:ea typeface="Merriweather"/>
              <a:cs typeface="Arial" panose="020B0604020202020204" pitchFamily="34" charset="0"/>
              <a:sym typeface="Merriweather"/>
            </a:endParaRPr>
          </a:p>
        </p:txBody>
      </p:sp>
      <p:cxnSp>
        <p:nvCxnSpPr>
          <p:cNvPr id="143" name="Shape 143"/>
          <p:cNvCxnSpPr>
            <a:cxnSpLocks/>
          </p:cNvCxnSpPr>
          <p:nvPr/>
        </p:nvCxnSpPr>
        <p:spPr>
          <a:xfrm>
            <a:off x="5062862" y="3254457"/>
            <a:ext cx="1995791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4" name="Shape 144"/>
          <p:cNvSpPr txBox="1"/>
          <p:nvPr/>
        </p:nvSpPr>
        <p:spPr>
          <a:xfrm>
            <a:off x="4826936" y="3262280"/>
            <a:ext cx="2503870" cy="624085"/>
          </a:xfrm>
          <a:prstGeom prst="rect">
            <a:avLst/>
          </a:prstGeom>
          <a:noFill/>
          <a:ln>
            <a:noFill/>
          </a:ln>
        </p:spPr>
        <p:txBody>
          <a:bodyPr wrap="square" lIns="121897" tIns="121897" rIns="121897" bIns="121897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  <a:ea typeface="Roboto"/>
                <a:cs typeface="Arial"/>
                <a:sym typeface="Roboto"/>
              </a:rPr>
              <a:t>C. Edson Utazi</a:t>
            </a:r>
            <a:endParaRPr lang="en-US" sz="2400" i="1" dirty="0">
              <a:solidFill>
                <a:srgbClr val="FFFFFF"/>
              </a:solidFill>
              <a:latin typeface="Arial"/>
              <a:ea typeface="Roboto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38975" y="4579462"/>
            <a:ext cx="2114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October 2026</a:t>
            </a: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EF639841-7CC3-503D-2851-2B503B1C0D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710" y="5821569"/>
            <a:ext cx="2047296" cy="505410"/>
          </a:xfrm>
          <a:prstGeom prst="rect">
            <a:avLst/>
          </a:prstGeom>
        </p:spPr>
      </p:pic>
      <p:pic>
        <p:nvPicPr>
          <p:cNvPr id="9" name="Picture 8" descr="CISON - Chartered Institute of Statisticians of Nigeria | Chartered Institute of Statisticians of Nigeria (CISON)">
            <a:extLst>
              <a:ext uri="{FF2B5EF4-FFF2-40B4-BE49-F238E27FC236}">
                <a16:creationId xmlns:a16="http://schemas.microsoft.com/office/drawing/2014/main" id="{49DD535F-9456-13E4-5EB7-7326A0099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232" y="5718960"/>
            <a:ext cx="781049" cy="710627"/>
          </a:xfrm>
          <a:prstGeom prst="rect">
            <a:avLst/>
          </a:prstGeom>
        </p:spPr>
      </p:pic>
      <p:pic>
        <p:nvPicPr>
          <p:cNvPr id="13" name="Picture 12" descr="University of Southampton Vector Logo | Free Download - (.SVG + .PNG)  format - SeekVectorLogo.Com">
            <a:extLst>
              <a:ext uri="{FF2B5EF4-FFF2-40B4-BE49-F238E27FC236}">
                <a16:creationId xmlns:a16="http://schemas.microsoft.com/office/drawing/2014/main" id="{C0679261-FDE1-5A03-6963-FE84A5C275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908" b="31538"/>
          <a:stretch>
            <a:fillRect/>
          </a:stretch>
        </p:blipFill>
        <p:spPr>
          <a:xfrm>
            <a:off x="8536939" y="5625849"/>
            <a:ext cx="3360643" cy="70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6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593" y="109665"/>
            <a:ext cx="7541029" cy="509767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094" y="1374168"/>
            <a:ext cx="10309167" cy="4109663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pPr marL="0" indent="0">
              <a:buNone/>
            </a:pPr>
            <a:r>
              <a:rPr lang="en-GB" dirty="0"/>
              <a:t>By the end of this session, you will be able to: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Explain the fundamental concept of spatial statistics.</a:t>
            </a:r>
          </a:p>
          <a:p>
            <a:r>
              <a:rPr lang="en-GB" dirty="0"/>
              <a:t>Distinguish between the main types of spatial data and describe the relationships between them.</a:t>
            </a:r>
          </a:p>
          <a:p>
            <a:r>
              <a:rPr lang="en-GB" dirty="0"/>
              <a:t>Describe how spatial data are measured, represented, and stored in different data formats.</a:t>
            </a:r>
          </a:p>
          <a:p>
            <a:r>
              <a:rPr lang="en-GB" dirty="0"/>
              <a:t>Calculate and interpret distances between spatial locations using spatial coordinates.</a:t>
            </a:r>
          </a:p>
        </p:txBody>
      </p:sp>
    </p:spTree>
    <p:extLst>
      <p:ext uri="{BB962C8B-B14F-4D97-AF65-F5344CB8AC3E}">
        <p14:creationId xmlns:p14="http://schemas.microsoft.com/office/powerpoint/2010/main" val="193982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387" y="73294"/>
            <a:ext cx="10226040" cy="765406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What is spatial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406" y="1195940"/>
            <a:ext cx="8767917" cy="542142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Spatial statistics is an area of statistics that lies at the interface of statistics and geography</a:t>
            </a:r>
          </a:p>
          <a:p>
            <a:endParaRPr lang="en-GB" dirty="0"/>
          </a:p>
          <a:p>
            <a:r>
              <a:rPr lang="en-GB" dirty="0"/>
              <a:t>It refers to a body of methods for analysing data collected over space or over space and time</a:t>
            </a:r>
          </a:p>
          <a:p>
            <a:endParaRPr lang="en-GB" dirty="0"/>
          </a:p>
          <a:p>
            <a:r>
              <a:rPr lang="en-GB" dirty="0"/>
              <a:t>It has roots in public health (John Snow - 1854 London Cholera outbreak) but was formalized as a discipline during mining exploration in the 1950s (Daniel G. Krige; Georges </a:t>
            </a:r>
            <a:r>
              <a:rPr lang="en-GB" dirty="0" err="1"/>
              <a:t>Matheron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Other terms used for this field are: geospatial analysis, </a:t>
            </a:r>
            <a:r>
              <a:rPr lang="en-GB" dirty="0" err="1"/>
              <a:t>geostatistics</a:t>
            </a:r>
            <a:r>
              <a:rPr lang="en-GB" dirty="0"/>
              <a:t>, space-time modelling, </a:t>
            </a:r>
            <a:r>
              <a:rPr lang="en-GB" dirty="0" err="1"/>
              <a:t>etc</a:t>
            </a:r>
            <a:endParaRPr lang="en-GB" dirty="0"/>
          </a:p>
        </p:txBody>
      </p:sp>
      <p:pic>
        <p:nvPicPr>
          <p:cNvPr id="4" name="Picture 3" descr="File:Snow-cholera-map-1.jpg - Wikimedia Commons">
            <a:extLst>
              <a:ext uri="{FF2B5EF4-FFF2-40B4-BE49-F238E27FC236}">
                <a16:creationId xmlns:a16="http://schemas.microsoft.com/office/drawing/2014/main" id="{6470140D-0297-8B03-A47E-9464B213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628" y="1195939"/>
            <a:ext cx="2633582" cy="2470355"/>
          </a:xfrm>
          <a:prstGeom prst="rect">
            <a:avLst/>
          </a:prstGeom>
        </p:spPr>
      </p:pic>
      <p:pic>
        <p:nvPicPr>
          <p:cNvPr id="5" name="Picture 4" descr="Gold Mining">
            <a:extLst>
              <a:ext uri="{FF2B5EF4-FFF2-40B4-BE49-F238E27FC236}">
                <a16:creationId xmlns:a16="http://schemas.microsoft.com/office/drawing/2014/main" id="{CD32A5E4-8280-2FCF-1194-72710998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627" y="4121855"/>
            <a:ext cx="2633583" cy="2096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41CC38-A860-394F-D5C1-11442005AF99}"/>
              </a:ext>
            </a:extLst>
          </p:cNvPr>
          <p:cNvSpPr txBox="1"/>
          <p:nvPr/>
        </p:nvSpPr>
        <p:spPr>
          <a:xfrm>
            <a:off x="8789020" y="832654"/>
            <a:ext cx="337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1854; Broad Str., Soho, London</a:t>
            </a:r>
          </a:p>
        </p:txBody>
      </p:sp>
    </p:spTree>
    <p:extLst>
      <p:ext uri="{BB962C8B-B14F-4D97-AF65-F5344CB8AC3E}">
        <p14:creationId xmlns:p14="http://schemas.microsoft.com/office/powerpoint/2010/main" val="115848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58088-A92C-F9A8-43C5-F999CB973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567963"/>
            <a:ext cx="10515600" cy="3977430"/>
          </a:xfrm>
        </p:spPr>
        <p:txBody>
          <a:bodyPr/>
          <a:lstStyle/>
          <a:p>
            <a:r>
              <a:rPr lang="en-GB" dirty="0"/>
              <a:t>Unlike conventional </a:t>
            </a:r>
            <a:r>
              <a:rPr lang="en-GB" b="1" dirty="0"/>
              <a:t>cross-sectional data</a:t>
            </a:r>
            <a:r>
              <a:rPr lang="en-GB" dirty="0"/>
              <a:t>, observations in spatial datasets are often </a:t>
            </a:r>
            <a:r>
              <a:rPr lang="en-GB" b="1" dirty="0"/>
              <a:t>not independent</a:t>
            </a:r>
            <a:r>
              <a:rPr lang="en-GB" dirty="0"/>
              <a:t>.</a:t>
            </a:r>
          </a:p>
          <a:p>
            <a:r>
              <a:rPr lang="en-GB" b="1" dirty="0"/>
              <a:t>Spatial dependence</a:t>
            </a:r>
            <a:r>
              <a:rPr lang="en-GB" dirty="0"/>
              <a:t> arises because observations that are geographically close tend to be more similar than those that are far apart (Tobler’s first law of geography).</a:t>
            </a:r>
          </a:p>
          <a:p>
            <a:r>
              <a:rPr lang="en-GB" dirty="0"/>
              <a:t>In </a:t>
            </a:r>
            <a:r>
              <a:rPr lang="en-GB" b="1" dirty="0"/>
              <a:t>spatiotemporal data</a:t>
            </a:r>
            <a:r>
              <a:rPr lang="en-GB" dirty="0"/>
              <a:t>, observations may also be correlated across </a:t>
            </a:r>
            <a:r>
              <a:rPr lang="en-GB" b="1" dirty="0"/>
              <a:t>time</a:t>
            </a:r>
            <a:r>
              <a:rPr lang="en-GB" dirty="0"/>
              <a:t>, giving rise to both </a:t>
            </a:r>
            <a:r>
              <a:rPr lang="en-GB" b="1" dirty="0"/>
              <a:t>spatial and temporal dependence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1E6791-C3D8-D27B-3C5E-FE541DD3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73294"/>
            <a:ext cx="10226040" cy="765406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What is spatial statistics?</a:t>
            </a:r>
          </a:p>
        </p:txBody>
      </p:sp>
    </p:spTree>
    <p:extLst>
      <p:ext uri="{BB962C8B-B14F-4D97-AF65-F5344CB8AC3E}">
        <p14:creationId xmlns:p14="http://schemas.microsoft.com/office/powerpoint/2010/main" val="48805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C3719D-27FF-28C3-105D-72ACE4F8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8198"/>
            <a:ext cx="7057104" cy="49987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24D7D8-15F0-BAB0-3A2F-BCDD0CE1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73294"/>
            <a:ext cx="10226040" cy="765406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What is spatial statistics?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F178B-A0D9-3F3E-1D3B-C5C931E6EF00}"/>
              </a:ext>
            </a:extLst>
          </p:cNvPr>
          <p:cNvSpPr txBox="1"/>
          <p:nvPr/>
        </p:nvSpPr>
        <p:spPr>
          <a:xfrm>
            <a:off x="521110" y="973394"/>
            <a:ext cx="9183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 illustration of spatial and spatiotemporal dependence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D39C0E-F7E2-DB47-DD57-7FBEB1EE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787" y="4667083"/>
            <a:ext cx="5056213" cy="1956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501471-2248-1E9C-4C3D-BB699F9571CC}"/>
                  </a:ext>
                </a:extLst>
              </p:cNvPr>
              <p:cNvSpPr txBox="1"/>
              <p:nvPr/>
            </p:nvSpPr>
            <p:spPr>
              <a:xfrm>
                <a:off x="7413521" y="1212607"/>
                <a:ext cx="4916129" cy="1549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Independence/cross-sectional: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Spatially dependent: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b="0" dirty="0"/>
              </a:p>
              <a:p>
                <a:r>
                  <a:rPr lang="en-GB" dirty="0"/>
                  <a:t>Spatiotemporal: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501471-2248-1E9C-4C3D-BB699F957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521" y="1212607"/>
                <a:ext cx="4916129" cy="1549270"/>
              </a:xfrm>
              <a:prstGeom prst="rect">
                <a:avLst/>
              </a:prstGeom>
              <a:blipFill>
                <a:blip r:embed="rId4"/>
                <a:stretch>
                  <a:fillRect l="-991" t="-1969" b="-11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67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EB61C4-214C-C24B-1050-C6E122C4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73294"/>
            <a:ext cx="10226040" cy="765406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Examples of spatial data?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45046F-21D0-CFB5-5573-B1CE4CC7A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48792"/>
              </p:ext>
            </p:extLst>
          </p:nvPr>
        </p:nvGraphicFramePr>
        <p:xfrm>
          <a:off x="949878" y="838700"/>
          <a:ext cx="9629058" cy="585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686">
                  <a:extLst>
                    <a:ext uri="{9D8B030D-6E8A-4147-A177-3AD203B41FA5}">
                      <a16:colId xmlns:a16="http://schemas.microsoft.com/office/drawing/2014/main" val="1461064357"/>
                    </a:ext>
                  </a:extLst>
                </a:gridCol>
                <a:gridCol w="3209686">
                  <a:extLst>
                    <a:ext uri="{9D8B030D-6E8A-4147-A177-3AD203B41FA5}">
                      <a16:colId xmlns:a16="http://schemas.microsoft.com/office/drawing/2014/main" val="3097910311"/>
                    </a:ext>
                  </a:extLst>
                </a:gridCol>
                <a:gridCol w="3209686">
                  <a:extLst>
                    <a:ext uri="{9D8B030D-6E8A-4147-A177-3AD203B41FA5}">
                      <a16:colId xmlns:a16="http://schemas.microsoft.com/office/drawing/2014/main" val="31694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Examples of spatial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Typical spatial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41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health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Vaccination coverage, mortality rates, skilled birth attendance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Individuals, communities, enumeration areas, districts, countries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29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Macroeconomics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GDP, unemployment, inflation, trade, productivity, economic growth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Countries, regions, states/provinces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69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Environmental science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Temperature, rainfall, air pollution, soil properties, vegetation, land cover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Monitoring/weather stations, raster cells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18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Agriculture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Crop yield, soil moisture, nutrient levels, pest prevalence, crop suitability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Fields, GPS points, raster cells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65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Social sciences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Poverty, deprivation, crime, educational attainment, population density, migration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Households, neighbourhoods, census areas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0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Ecology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Species locations, abundance, habitat suitability, biodiversity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Observation points, habitats, raster cells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2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3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C125-0414-D19E-7F60-5557A050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8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Spatial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5DC6-EDE2-9D43-9E91-B015D8A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9483"/>
            <a:ext cx="10515600" cy="4351338"/>
          </a:xfrm>
        </p:spPr>
        <p:txBody>
          <a:bodyPr/>
          <a:lstStyle/>
          <a:p>
            <a:r>
              <a:rPr lang="en-GB" dirty="0"/>
              <a:t>Data are called spatial if each one of them carries a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location</a:t>
            </a:r>
            <a:r>
              <a:rPr lang="en-GB" dirty="0"/>
              <a:t> (and a time)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stamp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There are three broadly different spatial data types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Point-referenced or geostatistical data</a:t>
            </a:r>
            <a:endParaRPr lang="en-GB" dirty="0"/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Areal or lattice or regional data</a:t>
            </a:r>
            <a:endParaRPr lang="en-GB" dirty="0"/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Point patterns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051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2D62-B11B-8A9A-D900-D8A5586C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0" y="115745"/>
            <a:ext cx="10950677" cy="675654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Spatial data types – point-referenced data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7827A88-B701-1B9F-3C48-636FB7FD4D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87" y="1571832"/>
                <a:ext cx="7948353" cy="474974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Each data point is described by a single non-random point in a map, e.g. longitude-latitude coordinates</a:t>
                </a:r>
              </a:p>
              <a:p>
                <a:endParaRPr lang="en-GB" dirty="0"/>
              </a:p>
              <a:p>
                <a:r>
                  <a:rPr lang="en-GB" dirty="0"/>
                  <a:t>Data varies continuously over a fixed region, say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set of points/locations can be survey clusters or fixed air quality monitory stations</a:t>
                </a:r>
              </a:p>
              <a:p>
                <a:endParaRPr lang="en-GB" dirty="0"/>
              </a:p>
              <a:p>
                <a:r>
                  <a:rPr lang="en-GB" dirty="0" err="1">
                    <a:solidFill>
                      <a:schemeClr val="accent1">
                        <a:lumMod val="75000"/>
                      </a:schemeClr>
                    </a:solidFill>
                  </a:rPr>
                  <a:t>Geostatistical</a:t>
                </a:r>
                <a:r>
                  <a:rPr lang="en-GB" dirty="0">
                    <a:solidFill>
                      <a:schemeClr val="accent1">
                        <a:lumMod val="75000"/>
                      </a:schemeClr>
                    </a:solidFill>
                  </a:rPr>
                  <a:t> data </a:t>
                </a:r>
                <a:r>
                  <a:rPr lang="en-GB" dirty="0"/>
                  <a:t>can be binary, discrete or continuous</a:t>
                </a:r>
              </a:p>
              <a:p>
                <a:endParaRPr lang="en-GB" dirty="0"/>
              </a:p>
              <a:p>
                <a:r>
                  <a:rPr lang="en-GB" dirty="0"/>
                  <a:t>Most common analysis objective is prediction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7827A88-B701-1B9F-3C48-636FB7FD4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87" y="1571832"/>
                <a:ext cx="7948353" cy="4749742"/>
              </a:xfrm>
              <a:blipFill>
                <a:blip r:embed="rId2"/>
                <a:stretch>
                  <a:fillRect l="-1227" t="-3209" r="-7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BAABEF-8976-33F1-A72B-6D575F7C3069}"/>
              </a:ext>
            </a:extLst>
          </p:cNvPr>
          <p:cNvCxnSpPr/>
          <p:nvPr/>
        </p:nvCxnSpPr>
        <p:spPr>
          <a:xfrm flipV="1">
            <a:off x="2777155" y="2498254"/>
            <a:ext cx="812800" cy="245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18AE289-8DE0-3846-9BA4-FCA2810ABED1}"/>
              </a:ext>
            </a:extLst>
          </p:cNvPr>
          <p:cNvSpPr/>
          <p:nvPr/>
        </p:nvSpPr>
        <p:spPr>
          <a:xfrm>
            <a:off x="3589955" y="2254414"/>
            <a:ext cx="2954020" cy="316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 attribute of the domain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FF157D-B646-7924-E5A7-399A6BD6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21" r="-2766" b="359"/>
          <a:stretch>
            <a:fillRect/>
          </a:stretch>
        </p:blipFill>
        <p:spPr>
          <a:xfrm>
            <a:off x="8053967" y="4268799"/>
            <a:ext cx="3977725" cy="2473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42F36B-C183-9457-E2DF-1D5EA8147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967" y="1461460"/>
            <a:ext cx="3417200" cy="238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9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BE23-94AD-4327-D0ED-FA1221B7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7" y="15116"/>
            <a:ext cx="10515600" cy="701289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Spatial data types – areal data</a:t>
            </a:r>
            <a:endParaRPr lang="en-GB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A1F903-E2C2-81D2-2086-B815D4E6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65" y="1369232"/>
            <a:ext cx="7085824" cy="5326535"/>
          </a:xfrm>
        </p:spPr>
        <p:txBody>
          <a:bodyPr>
            <a:noAutofit/>
          </a:bodyPr>
          <a:lstStyle/>
          <a:p>
            <a:r>
              <a:rPr lang="en-GB" dirty="0"/>
              <a:t>Data are observed in fixed, discrete domains, e.g. districts, counties, states or postcodes</a:t>
            </a:r>
          </a:p>
          <a:p>
            <a:r>
              <a:rPr lang="en-GB" dirty="0"/>
              <a:t>Spatial reference for each data is an area/areal region in a map</a:t>
            </a:r>
          </a:p>
          <a:p>
            <a:r>
              <a:rPr lang="en-GB" dirty="0"/>
              <a:t>Examples abound in disease mapping, e.g. covid-19 death rates </a:t>
            </a:r>
          </a:p>
          <a:p>
            <a:r>
              <a:rPr lang="en-GB" dirty="0"/>
              <a:t>Data are often available for all the areas in most applications</a:t>
            </a:r>
          </a:p>
          <a:p>
            <a:r>
              <a:rPr lang="en-GB" dirty="0"/>
              <a:t>Most common analysis objective is to smooth the data to highlight unclear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E638E-4DE9-F532-3CC1-948DE9F0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80" r="180" b="74866"/>
          <a:stretch>
            <a:fillRect/>
          </a:stretch>
        </p:blipFill>
        <p:spPr>
          <a:xfrm>
            <a:off x="7422223" y="1943131"/>
            <a:ext cx="4482212" cy="3731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BC1883-B977-E286-8685-251FCAE48C10}"/>
              </a:ext>
            </a:extLst>
          </p:cNvPr>
          <p:cNvSpPr txBox="1"/>
          <p:nvPr/>
        </p:nvSpPr>
        <p:spPr>
          <a:xfrm>
            <a:off x="7510646" y="6018245"/>
            <a:ext cx="434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Measles vaccination coverage rates in Kenya</a:t>
            </a:r>
          </a:p>
        </p:txBody>
      </p:sp>
    </p:spTree>
    <p:extLst>
      <p:ext uri="{BB962C8B-B14F-4D97-AF65-F5344CB8AC3E}">
        <p14:creationId xmlns:p14="http://schemas.microsoft.com/office/powerpoint/2010/main" val="17743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D6CDD3-CF3F-22A9-3545-FB80D405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1" y="119684"/>
            <a:ext cx="10515600" cy="600164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Spatial data types – point patterns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C229783-C6B1-8B72-1312-FA7B8F3EA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368" y="1142641"/>
                <a:ext cx="7142096" cy="530979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sz="3100" dirty="0"/>
                  <a:t>Data occurs at random locations, so the domain </a:t>
                </a:r>
                <a14:m>
                  <m:oMath xmlns:m="http://schemas.openxmlformats.org/officeDocument/2006/math">
                    <m:r>
                      <a:rPr lang="en-GB" sz="31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3100" dirty="0"/>
                  <a:t> (where data can occur) is random, i.e. it changes with each realization</a:t>
                </a:r>
              </a:p>
              <a:p>
                <a:endParaRPr lang="en-GB" sz="3100" dirty="0"/>
              </a:p>
              <a:p>
                <a:r>
                  <a:rPr lang="en-GB" sz="3100" dirty="0"/>
                  <a:t>Interest is in the occurrence of an event, so there is absence of a “response variable”</a:t>
                </a:r>
              </a:p>
              <a:p>
                <a:endParaRPr lang="en-GB" sz="3100" dirty="0"/>
              </a:p>
              <a:p>
                <a:r>
                  <a:rPr lang="en-GB" sz="3100" dirty="0"/>
                  <a:t>There can be explanatory variables to explain the observed pattern of points</a:t>
                </a:r>
              </a:p>
              <a:p>
                <a:endParaRPr lang="en-GB" sz="3100" dirty="0"/>
              </a:p>
              <a:p>
                <a:r>
                  <a:rPr lang="en-GB" sz="3100" dirty="0"/>
                  <a:t>Examples include: the locations at which weed emerges in a garden, occurrence of disease outbreaks, lightning strikes, </a:t>
                </a:r>
                <a:r>
                  <a:rPr lang="en-GB" sz="3100" dirty="0" err="1"/>
                  <a:t>etc</a:t>
                </a:r>
                <a:endParaRPr lang="en-GB" sz="3100" dirty="0"/>
              </a:p>
              <a:p>
                <a:endParaRPr lang="en-GB" sz="3100" dirty="0"/>
              </a:p>
              <a:p>
                <a:r>
                  <a:rPr lang="en-GB" sz="3100" dirty="0"/>
                  <a:t>Analysis objective focuses on determining the pattern in the observed data, e.g. clustering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C229783-C6B1-8B72-1312-FA7B8F3EA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68" y="1142641"/>
                <a:ext cx="7142096" cy="5309799"/>
              </a:xfrm>
              <a:blipFill>
                <a:blip r:embed="rId2"/>
                <a:stretch>
                  <a:fillRect l="-1109" t="-2526" r="-1024" b="-10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9575979-FB80-0492-7E09-7A53D048D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165" y="960340"/>
            <a:ext cx="2268187" cy="2022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9C9760-B20A-9E74-E257-7FA2F61D33EE}"/>
              </a:ext>
            </a:extLst>
          </p:cNvPr>
          <p:cNvSpPr txBox="1"/>
          <p:nvPr/>
        </p:nvSpPr>
        <p:spPr>
          <a:xfrm>
            <a:off x="7991898" y="2983317"/>
            <a:ext cx="39827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Locations of the 1854 London cholera outbreak. Analysis objective could focus on understanding whether outbreaks could be linked to a pump in Broad street.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1D603-5043-85EC-883D-D128F97D40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" t="2917" r="-2744" b="-2917"/>
          <a:stretch>
            <a:fillRect/>
          </a:stretch>
        </p:blipFill>
        <p:spPr>
          <a:xfrm>
            <a:off x="8296846" y="3797541"/>
            <a:ext cx="3399786" cy="2852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28E689-36D2-919D-277F-FA9D2825C96F}"/>
              </a:ext>
            </a:extLst>
          </p:cNvPr>
          <p:cNvSpPr txBox="1"/>
          <p:nvPr/>
        </p:nvSpPr>
        <p:spPr>
          <a:xfrm>
            <a:off x="7912359" y="6603755"/>
            <a:ext cx="3513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Detection locations for an infectious disease in Mali</a:t>
            </a:r>
          </a:p>
        </p:txBody>
      </p:sp>
    </p:spTree>
    <p:extLst>
      <p:ext uri="{BB962C8B-B14F-4D97-AF65-F5344CB8AC3E}">
        <p14:creationId xmlns:p14="http://schemas.microsoft.com/office/powerpoint/2010/main" val="87495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A226-FA66-C11C-D5A4-CA158628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56" y="103947"/>
            <a:ext cx="10515600" cy="576576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Spatial data types</a:t>
            </a:r>
            <a:endParaRPr lang="en-GB" sz="4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4F751-2973-7903-4FF4-8113E184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54" y="1169480"/>
            <a:ext cx="10515600" cy="2060140"/>
          </a:xfrm>
        </p:spPr>
        <p:txBody>
          <a:bodyPr>
            <a:normAutofit fontScale="92500"/>
          </a:bodyPr>
          <a:lstStyle/>
          <a:p>
            <a:r>
              <a:rPr lang="en-GB" dirty="0"/>
              <a:t>Note that all three spatial data types are interlinked. For example, we can obtain areal data from a geostatistical process by integrating (sum or average) the outcome within each areal unit. </a:t>
            </a:r>
          </a:p>
          <a:p>
            <a:r>
              <a:rPr lang="en-GB" dirty="0"/>
              <a:t>Also, counting the number of events in the non-overlapping areas of the spatial domain in a point process will produce an areal data.</a:t>
            </a:r>
          </a:p>
          <a:p>
            <a:endParaRPr lang="en-GB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199ACBE-0315-40B3-04BD-4F6F0FAA96B9}"/>
              </a:ext>
            </a:extLst>
          </p:cNvPr>
          <p:cNvSpPr/>
          <p:nvPr/>
        </p:nvSpPr>
        <p:spPr>
          <a:xfrm>
            <a:off x="3988456" y="3328219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252C2D2-C0BE-ABF5-C26C-2A803C0F7627}"/>
              </a:ext>
            </a:extLst>
          </p:cNvPr>
          <p:cNvSpPr txBox="1"/>
          <p:nvPr/>
        </p:nvSpPr>
        <p:spPr>
          <a:xfrm>
            <a:off x="3988456" y="345623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Point-referenced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24ADC26-6B04-AF2F-5699-B2E121CFDF30}"/>
              </a:ext>
            </a:extLst>
          </p:cNvPr>
          <p:cNvSpPr txBox="1"/>
          <p:nvPr/>
        </p:nvSpPr>
        <p:spPr>
          <a:xfrm>
            <a:off x="4125616" y="3831139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field sampled at fixed points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150F9A4-2F2D-1782-D581-414AB33A416F}"/>
              </a:ext>
            </a:extLst>
          </p:cNvPr>
          <p:cNvSpPr/>
          <p:nvPr/>
        </p:nvSpPr>
        <p:spPr>
          <a:xfrm>
            <a:off x="742336" y="5388358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2C0EDA3-0DB5-81FD-8A98-2EF6C293C647}"/>
              </a:ext>
            </a:extLst>
          </p:cNvPr>
          <p:cNvSpPr txBox="1"/>
          <p:nvPr/>
        </p:nvSpPr>
        <p:spPr>
          <a:xfrm>
            <a:off x="742336" y="551637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 (lattice)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EF28D74-47FD-ED91-DE4D-CF425D1BBB26}"/>
              </a:ext>
            </a:extLst>
          </p:cNvPr>
          <p:cNvSpPr txBox="1"/>
          <p:nvPr/>
        </p:nvSpPr>
        <p:spPr>
          <a:xfrm>
            <a:off x="879496" y="589127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aggregated over fixed regions</a:t>
            </a:r>
            <a:endParaRPr lang="en-US" sz="11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44289AF4-1019-B6E5-94F6-B11BBCF6A5AC}"/>
              </a:ext>
            </a:extLst>
          </p:cNvPr>
          <p:cNvSpPr/>
          <p:nvPr/>
        </p:nvSpPr>
        <p:spPr>
          <a:xfrm>
            <a:off x="7322576" y="5388358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B6337A5-59E1-4291-7082-E58A5DE55F31}"/>
              </a:ext>
            </a:extLst>
          </p:cNvPr>
          <p:cNvSpPr txBox="1"/>
          <p:nvPr/>
        </p:nvSpPr>
        <p:spPr>
          <a:xfrm>
            <a:off x="7322576" y="551637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pattern</a:t>
            </a:r>
            <a:endParaRPr lang="en-US" sz="16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6B84DB9-DFB5-7E66-56DB-22D6D4A078C0}"/>
              </a:ext>
            </a:extLst>
          </p:cNvPr>
          <p:cNvSpPr txBox="1"/>
          <p:nvPr/>
        </p:nvSpPr>
        <p:spPr>
          <a:xfrm>
            <a:off x="7459736" y="589127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themselves are random</a:t>
            </a:r>
            <a:endParaRPr lang="en-US" sz="11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B4491FB9-AF5E-EC5E-73E4-D3E7DC14E44C}"/>
              </a:ext>
            </a:extLst>
          </p:cNvPr>
          <p:cNvSpPr txBox="1"/>
          <p:nvPr/>
        </p:nvSpPr>
        <p:spPr>
          <a:xfrm>
            <a:off x="2504277" y="4420732"/>
            <a:ext cx="1125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aggregation</a:t>
            </a:r>
            <a:endParaRPr lang="en-US" sz="11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4FEB4E1-2E65-6BC1-B7E4-5327DD28ECBD}"/>
              </a:ext>
            </a:extLst>
          </p:cNvPr>
          <p:cNvSpPr txBox="1"/>
          <p:nvPr/>
        </p:nvSpPr>
        <p:spPr>
          <a:xfrm>
            <a:off x="4907773" y="5679260"/>
            <a:ext cx="1400115" cy="256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per region</a:t>
            </a:r>
            <a:endParaRPr lang="en-US" sz="11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831F11F8-6F61-21A6-4C87-BB0479FC90C8}"/>
              </a:ext>
            </a:extLst>
          </p:cNvPr>
          <p:cNvSpPr txBox="1"/>
          <p:nvPr/>
        </p:nvSpPr>
        <p:spPr>
          <a:xfrm>
            <a:off x="7725206" y="4410871"/>
            <a:ext cx="1595284" cy="465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process modelling or Kernel intensity</a:t>
            </a:r>
            <a:endParaRPr lang="en-US" sz="11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CCD37B-3B8F-0D00-B669-F65243252734}"/>
              </a:ext>
            </a:extLst>
          </p:cNvPr>
          <p:cNvCxnSpPr>
            <a:cxnSpLocks/>
          </p:cNvCxnSpPr>
          <p:nvPr/>
        </p:nvCxnSpPr>
        <p:spPr>
          <a:xfrm flipH="1" flipV="1">
            <a:off x="4125616" y="6006544"/>
            <a:ext cx="3196960" cy="3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A4232F-A917-5C56-D05D-91FCDF84D740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433976" y="4367029"/>
            <a:ext cx="2239296" cy="1021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551035F-5212-ABE5-18AC-C90FEAEA5178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478968" y="4367029"/>
            <a:ext cx="2535248" cy="1021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99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B343-74C7-7648-094B-029B8649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2" y="0"/>
            <a:ext cx="11520948" cy="69809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Representing spatial data: coordinate systems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1E6B05-CFA6-64D1-5DD0-418B23067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01" y="1253444"/>
            <a:ext cx="10776610" cy="49267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A coordinate system provides a way of assigning numerical values to locations on the Earth’s surface (or in a projected map) so that spatial data can be stored, mapped and analysed.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two main types are: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Geographic coordinate systems </a:t>
            </a:r>
          </a:p>
          <a:p>
            <a:pPr lvl="1"/>
            <a:r>
              <a:rPr lang="en-GB" dirty="0"/>
              <a:t>3D surface, uses angular units (degrees) to represent positions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Projected coordinate systems</a:t>
            </a:r>
          </a:p>
          <a:p>
            <a:pPr lvl="1"/>
            <a:r>
              <a:rPr lang="en-GB" dirty="0"/>
              <a:t>2D surface, uses linear units (meters) to represent locations</a:t>
            </a:r>
          </a:p>
        </p:txBody>
      </p:sp>
    </p:spTree>
    <p:extLst>
      <p:ext uri="{BB962C8B-B14F-4D97-AF65-F5344CB8AC3E}">
        <p14:creationId xmlns:p14="http://schemas.microsoft.com/office/powerpoint/2010/main" val="33199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276" y="1089028"/>
            <a:ext cx="10437656" cy="305902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Latitude coordinates specify north-south position of a point on the Earth’s surface</a:t>
            </a:r>
          </a:p>
          <a:p>
            <a:r>
              <a:rPr lang="en-GB" dirty="0"/>
              <a:t>A latitude measures the angle from the equatorial plane to a given location on the earth’s surface</a:t>
            </a:r>
          </a:p>
          <a:p>
            <a:r>
              <a:rPr lang="en-GB" dirty="0"/>
              <a:t>Latitude angles range from 0</a:t>
            </a:r>
            <a:r>
              <a:rPr lang="en-GB" baseline="30000" dirty="0"/>
              <a:t>◦</a:t>
            </a:r>
            <a:r>
              <a:rPr lang="en-GB" dirty="0"/>
              <a:t> (i.e. zero degree) at the Equator to 90</a:t>
            </a:r>
            <a:r>
              <a:rPr lang="en-GB" baseline="30000" dirty="0"/>
              <a:t>◦</a:t>
            </a:r>
            <a:r>
              <a:rPr lang="en-GB" dirty="0"/>
              <a:t> (north or south) at the poles</a:t>
            </a:r>
          </a:p>
          <a:p>
            <a:r>
              <a:rPr lang="en-GB" dirty="0"/>
              <a:t>Latitude angles are measured in degrees, minutes and seconds (DMS) or 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decimal degrees</a:t>
            </a:r>
            <a:r>
              <a:rPr lang="en-GB" dirty="0"/>
              <a:t>, north or south of the equator</a:t>
            </a:r>
            <a:endParaRPr lang="en-GB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462067" y="6112149"/>
            <a:ext cx="204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180 degrees of latitude</a:t>
            </a:r>
          </a:p>
        </p:txBody>
      </p:sp>
      <p:pic>
        <p:nvPicPr>
          <p:cNvPr id="7" name="Picture 6" descr="Grid of latitude and longitude line, superimposed on | Download Scientific 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704" y="4255322"/>
            <a:ext cx="3250110" cy="260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. 3: Map Processing | Michael Schmand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415" y="4255322"/>
            <a:ext cx="2634372" cy="259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251927" y="133079"/>
            <a:ext cx="11014949" cy="682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Geographic coordinate systems - latitudes</a:t>
            </a:r>
          </a:p>
        </p:txBody>
      </p:sp>
    </p:spTree>
    <p:extLst>
      <p:ext uri="{BB962C8B-B14F-4D97-AF65-F5344CB8AC3E}">
        <p14:creationId xmlns:p14="http://schemas.microsoft.com/office/powerpoint/2010/main" val="2936824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0665"/>
            <a:ext cx="9935095" cy="3373180"/>
          </a:xfrm>
        </p:spPr>
        <p:txBody>
          <a:bodyPr>
            <a:noAutofit/>
          </a:bodyPr>
          <a:lstStyle/>
          <a:p>
            <a:r>
              <a:rPr lang="en-GB" sz="2600" dirty="0"/>
              <a:t>Longitudes specify the east-west position of a point on the Earth’s surface</a:t>
            </a:r>
          </a:p>
          <a:p>
            <a:r>
              <a:rPr lang="en-GB" sz="2600" dirty="0"/>
              <a:t>A longitude measures the angle between the prime meridian plane and the north-south plane that intersects a location of interest</a:t>
            </a:r>
          </a:p>
          <a:p>
            <a:r>
              <a:rPr lang="en-GB" sz="2600" dirty="0"/>
              <a:t>The prime meridian is defined as 0</a:t>
            </a:r>
            <a:r>
              <a:rPr lang="en-GB" sz="2600" baseline="30000" dirty="0"/>
              <a:t>◦</a:t>
            </a:r>
            <a:r>
              <a:rPr lang="en-GB" sz="2600" dirty="0"/>
              <a:t> Longitude</a:t>
            </a:r>
          </a:p>
          <a:p>
            <a:r>
              <a:rPr lang="en-GB" sz="2600" dirty="0"/>
              <a:t>Longitudes are given east and west of the meridian (180</a:t>
            </a:r>
            <a:r>
              <a:rPr lang="en-GB" sz="2600" baseline="30000" dirty="0"/>
              <a:t> ◦ </a:t>
            </a:r>
            <a:r>
              <a:rPr lang="en-GB" sz="2600" dirty="0"/>
              <a:t>in each direction) </a:t>
            </a:r>
          </a:p>
        </p:txBody>
      </p:sp>
      <p:pic>
        <p:nvPicPr>
          <p:cNvPr id="7" name="Picture 6" descr="Grid of latitude and longitude line, superimposed on | Download Scientific 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889" y="3989852"/>
            <a:ext cx="3250110" cy="260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h. 3: Map Processing | Michael Schmand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439" y="4157211"/>
            <a:ext cx="2634372" cy="259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68863" y="98111"/>
            <a:ext cx="11254273" cy="682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Geographic coordinate systems - longitudes</a:t>
            </a:r>
          </a:p>
        </p:txBody>
      </p:sp>
    </p:spTree>
    <p:extLst>
      <p:ext uri="{BB962C8B-B14F-4D97-AF65-F5344CB8AC3E}">
        <p14:creationId xmlns:p14="http://schemas.microsoft.com/office/powerpoint/2010/main" val="1187951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0904" y="2834973"/>
            <a:ext cx="2518646" cy="2451100"/>
          </a:xfrm>
        </p:spPr>
        <p:txBody>
          <a:bodyPr>
            <a:normAutofit fontScale="92500"/>
          </a:bodyPr>
          <a:lstStyle/>
          <a:p>
            <a:r>
              <a:rPr lang="en-GB" dirty="0"/>
              <a:t>Nigeria lies between latitudes 4° and 14°N, and longitudes 2° and 15°E.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56" y="1952035"/>
            <a:ext cx="8658537" cy="441463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66556" y="51969"/>
            <a:ext cx="10515600" cy="682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Geographic coordinate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052" y="1504840"/>
            <a:ext cx="6636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2D map showing lines of longitude and latitude</a:t>
            </a:r>
          </a:p>
        </p:txBody>
      </p:sp>
    </p:spTree>
    <p:extLst>
      <p:ext uri="{BB962C8B-B14F-4D97-AF65-F5344CB8AC3E}">
        <p14:creationId xmlns:p14="http://schemas.microsoft.com/office/powerpoint/2010/main" val="49658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gisgeography.com/wp-content/uploads/2016/05/UTM-Zones-Globe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572" y="4244373"/>
            <a:ext cx="2585260" cy="250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90" y="199504"/>
            <a:ext cx="10106890" cy="615143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Projected coordinate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325" y="1252245"/>
            <a:ext cx="8786552" cy="526654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Map projections are used to transform the Earth’s 3D surface to a 2D plane (can cause distortions)</a:t>
            </a:r>
          </a:p>
          <a:p>
            <a:endParaRPr lang="en-GB" dirty="0"/>
          </a:p>
          <a:p>
            <a:r>
              <a:rPr lang="en-GB" dirty="0"/>
              <a:t>A common projection is 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Universal Transverse Mercator (UTM)</a:t>
            </a:r>
            <a:r>
              <a:rPr lang="en-GB" dirty="0"/>
              <a:t> which preserves local angles and shapes</a:t>
            </a:r>
          </a:p>
          <a:p>
            <a:endParaRPr lang="en-GB" dirty="0"/>
          </a:p>
          <a:p>
            <a:r>
              <a:rPr lang="en-GB" dirty="0"/>
              <a:t>A UTM coordinate comprises a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zone number</a:t>
            </a:r>
            <a:r>
              <a:rPr lang="en-GB" dirty="0"/>
              <a:t>, a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hemisphere (N/S)</a:t>
            </a:r>
            <a:r>
              <a:rPr lang="en-GB" dirty="0"/>
              <a:t>,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an easting and a northing measured </a:t>
            </a:r>
            <a:r>
              <a:rPr lang="en-GB" dirty="0"/>
              <a:t>in meters</a:t>
            </a:r>
          </a:p>
          <a:p>
            <a:endParaRPr lang="en-GB" dirty="0"/>
          </a:p>
          <a:p>
            <a:r>
              <a:rPr lang="en-GB" dirty="0"/>
              <a:t>Eastings are referenced from the central meridian of each zone </a:t>
            </a:r>
            <a:r>
              <a:rPr lang="en-GB" sz="2200" dirty="0"/>
              <a:t>(defined to have a value of 500,000 meters) and northings from the equator (in the north hem. the equator has northing of 0m, in south the northing value of the equator is 10mil. meters)</a:t>
            </a:r>
          </a:p>
          <a:p>
            <a:endParaRPr lang="en-GB" sz="2200" dirty="0"/>
          </a:p>
          <a:p>
            <a:r>
              <a:rPr lang="en-GB" dirty="0"/>
              <a:t>There are 60 zones, each 6</a:t>
            </a:r>
            <a:r>
              <a:rPr lang="en-GB" baseline="30000" dirty="0"/>
              <a:t> ◦</a:t>
            </a:r>
            <a:r>
              <a:rPr lang="en-GB" dirty="0"/>
              <a:t> longitude in width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1DD25B-A5CF-9C34-E4E9-F5A47A3D2F41}"/>
              </a:ext>
            </a:extLst>
          </p:cNvPr>
          <p:cNvCxnSpPr/>
          <p:nvPr/>
        </p:nvCxnSpPr>
        <p:spPr>
          <a:xfrm flipV="1">
            <a:off x="9974425" y="2379306"/>
            <a:ext cx="0" cy="2295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E1B2E3-83F7-6D3E-8B49-DC7C035FCD83}"/>
              </a:ext>
            </a:extLst>
          </p:cNvPr>
          <p:cNvSpPr txBox="1"/>
          <p:nvPr/>
        </p:nvSpPr>
        <p:spPr>
          <a:xfrm>
            <a:off x="9237305" y="1606180"/>
            <a:ext cx="2080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Zone 1 starts at 180°W and covers 180°W -174 °W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4104E3-567D-D234-3D2D-C4AB3080F5C9}"/>
              </a:ext>
            </a:extLst>
          </p:cNvPr>
          <p:cNvCxnSpPr>
            <a:cxnSpLocks/>
          </p:cNvCxnSpPr>
          <p:nvPr/>
        </p:nvCxnSpPr>
        <p:spPr>
          <a:xfrm flipV="1">
            <a:off x="10765974" y="3648269"/>
            <a:ext cx="0" cy="89884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4A375F-264D-B8BA-6C78-0A31D241CA27}"/>
              </a:ext>
            </a:extLst>
          </p:cNvPr>
          <p:cNvSpPr txBox="1"/>
          <p:nvPr/>
        </p:nvSpPr>
        <p:spPr>
          <a:xfrm>
            <a:off x="10039116" y="2859378"/>
            <a:ext cx="208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UTM strips run from 80°S to 84°N</a:t>
            </a:r>
          </a:p>
        </p:txBody>
      </p:sp>
    </p:spTree>
    <p:extLst>
      <p:ext uri="{BB962C8B-B14F-4D97-AF65-F5344CB8AC3E}">
        <p14:creationId xmlns:p14="http://schemas.microsoft.com/office/powerpoint/2010/main" val="1490140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al Transverse Mercator (UTM) coordinate system is a standard set...  | Download Scientific Diagram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40" y="1378416"/>
            <a:ext cx="9668890" cy="47086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274530" y="3663870"/>
            <a:ext cx="1917469" cy="166458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Nigeria is mostly contained in zone 32N.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513" y="6452202"/>
            <a:ext cx="9702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Source: https://www.researchgate.net/publication/342330834_An_Introduction_to_Digital_Soil_Mapping/figures?lo=1&amp;utm_source=google&amp;utm_medium=organic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1176" y="144188"/>
            <a:ext cx="11327476" cy="615143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Projected coordinate systems – UTM zones</a:t>
            </a:r>
          </a:p>
        </p:txBody>
      </p:sp>
    </p:spTree>
    <p:extLst>
      <p:ext uri="{BB962C8B-B14F-4D97-AF65-F5344CB8AC3E}">
        <p14:creationId xmlns:p14="http://schemas.microsoft.com/office/powerpoint/2010/main" val="672838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EFB8CB-64A5-E12D-0ACC-53B49318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50" b="42271"/>
          <a:stretch>
            <a:fillRect/>
          </a:stretch>
        </p:blipFill>
        <p:spPr>
          <a:xfrm>
            <a:off x="645661" y="1879040"/>
            <a:ext cx="10534033" cy="45418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9B07CA9-D351-1912-2FE6-452719BAB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76" y="144188"/>
            <a:ext cx="11327476" cy="615143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Projected coordinate systems – UTM zones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3FDB98-4B61-EAB9-A4E0-72C0F151F490}"/>
              </a:ext>
            </a:extLst>
          </p:cNvPr>
          <p:cNvSpPr txBox="1"/>
          <p:nvPr/>
        </p:nvSpPr>
        <p:spPr>
          <a:xfrm>
            <a:off x="3634154" y="1366576"/>
            <a:ext cx="4923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illustration of UTM coordinate measurement</a:t>
            </a:r>
          </a:p>
        </p:txBody>
      </p:sp>
    </p:spTree>
    <p:extLst>
      <p:ext uri="{BB962C8B-B14F-4D97-AF65-F5344CB8AC3E}">
        <p14:creationId xmlns:p14="http://schemas.microsoft.com/office/powerpoint/2010/main" val="379913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54" y="162041"/>
            <a:ext cx="11414452" cy="57811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Calculating distances on the Earth’s surface</a:t>
            </a:r>
          </a:p>
        </p:txBody>
      </p:sp>
      <p:pic>
        <p:nvPicPr>
          <p:cNvPr id="2050" name="Picture 2" descr="https://mgimond.github.io/Spatial/09-Coordinate-systems_files/figure-html/unnamed-chunk-10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124" y="3852105"/>
            <a:ext cx="2948872" cy="294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370" y="1539163"/>
            <a:ext cx="8753671" cy="35394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Merriweather"/>
              </a:rPr>
              <a:t>1</a:t>
            </a:r>
            <a:r>
              <a:rPr lang="en-GB" dirty="0"/>
              <a:t>)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Using geographical coordinates (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</a:rPr>
              <a:t>lon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</a:rPr>
              <a:t>lat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Great circle/spherical/geodetic distance </a:t>
            </a:r>
            <a:r>
              <a:rPr lang="en-GB" dirty="0"/>
              <a:t>takes into account the curvature of the surface of the Earth. Distance is often given in meters/kilometres.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Euclidean distance </a:t>
            </a:r>
            <a:r>
              <a:rPr lang="en-GB" dirty="0"/>
              <a:t>does not account for this curvature. This is not a major problem if the study area is small, e.g. a country. Distance is given in degree units (e.g. decimal degrees), needs to be converted to meters/kilometres. 1 degree longitude = 111.32 km at the equator. </a:t>
            </a:r>
          </a:p>
          <a:p>
            <a:pPr lvl="1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767097" y="5415981"/>
            <a:ext cx="795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NB: Spatial covariance functions use Euclidean distances (this can be corrected by defining our mesh on a sphere if need be). In R, </a:t>
            </a:r>
            <a:r>
              <a:rPr lang="en-GB" dirty="0" err="1"/>
              <a:t>variograms</a:t>
            </a:r>
            <a:r>
              <a:rPr lang="en-GB" dirty="0"/>
              <a:t> are usually calculated using the great circle distance when using geographical coordinates.</a:t>
            </a:r>
          </a:p>
        </p:txBody>
      </p:sp>
    </p:spTree>
    <p:extLst>
      <p:ext uri="{BB962C8B-B14F-4D97-AF65-F5344CB8AC3E}">
        <p14:creationId xmlns:p14="http://schemas.microsoft.com/office/powerpoint/2010/main" val="311200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754" y="1659370"/>
            <a:ext cx="7871984" cy="27214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2) </a:t>
            </a:r>
            <a:r>
              <a:rPr lang="en-GB" sz="2600" b="1" dirty="0">
                <a:solidFill>
                  <a:schemeClr val="accent1">
                    <a:lumMod val="75000"/>
                  </a:schemeClr>
                </a:solidFill>
              </a:rPr>
              <a:t>Using projected (UTM) coordinates </a:t>
            </a:r>
          </a:p>
          <a:p>
            <a:pPr marL="0" indent="0">
              <a:buNone/>
            </a:pPr>
            <a:endParaRPr lang="en-GB" sz="2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GB" dirty="0"/>
              <a:t>Euclidean distances are normally used here since this projection already takes the curvature into account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Distances can be calculated in meters/</a:t>
            </a:r>
            <a:r>
              <a:rPr lang="en-GB" dirty="0" err="1"/>
              <a:t>kilometers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pic>
        <p:nvPicPr>
          <p:cNvPr id="5" name="Picture 2" descr="https://mgimond.github.io/Spatial/09-Coordinate-systems_files/figure-html/unnamed-chunk-10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873" y="3670773"/>
            <a:ext cx="3007061" cy="300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07435" y="73551"/>
            <a:ext cx="11377129" cy="57811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Calculating distances on the Earth’s surface</a:t>
            </a:r>
          </a:p>
        </p:txBody>
      </p:sp>
    </p:spTree>
    <p:extLst>
      <p:ext uri="{BB962C8B-B14F-4D97-AF65-F5344CB8AC3E}">
        <p14:creationId xmlns:p14="http://schemas.microsoft.com/office/powerpoint/2010/main" val="2412570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DA9D-3B95-EB94-255C-83F020DD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7" y="1"/>
            <a:ext cx="11481619" cy="793616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Representing spatial data: vector and raster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B5A6D-11E8-F70B-0C91-1E2906401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606001"/>
            <a:ext cx="11133556" cy="720052"/>
          </a:xfrm>
        </p:spPr>
        <p:txBody>
          <a:bodyPr/>
          <a:lstStyle/>
          <a:p>
            <a:r>
              <a:rPr lang="en-GB" dirty="0"/>
              <a:t>There are two fundamental ways of representing spatial information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A7B223D1-AD04-C650-4BC3-DBED617AED2C}"/>
              </a:ext>
            </a:extLst>
          </p:cNvPr>
          <p:cNvSpPr/>
          <p:nvPr/>
        </p:nvSpPr>
        <p:spPr>
          <a:xfrm>
            <a:off x="838200" y="2848897"/>
            <a:ext cx="5074920" cy="1600200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315FAD-6C0F-9A50-D8D7-D15165AD9D66}"/>
              </a:ext>
            </a:extLst>
          </p:cNvPr>
          <p:cNvSpPr txBox="1"/>
          <p:nvPr/>
        </p:nvSpPr>
        <p:spPr>
          <a:xfrm>
            <a:off x="1002792" y="2940337"/>
            <a:ext cx="4800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VECTOR  |  features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CB8454-1B41-6529-EDB7-33F3971084CD}"/>
              </a:ext>
            </a:extLst>
          </p:cNvPr>
          <p:cNvSpPr txBox="1"/>
          <p:nvPr/>
        </p:nvSpPr>
        <p:spPr>
          <a:xfrm>
            <a:off x="1002792" y="3324385"/>
            <a:ext cx="4800600" cy="95923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Points: health facilities or disease cases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Lines: roads or rivers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Polygons: districts or countries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11C4F537-9419-7D6A-F849-94E7D90D8DCE}"/>
              </a:ext>
            </a:extLst>
          </p:cNvPr>
          <p:cNvSpPr/>
          <p:nvPr/>
        </p:nvSpPr>
        <p:spPr>
          <a:xfrm>
            <a:off x="6278880" y="2848897"/>
            <a:ext cx="5074920" cy="1600200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036602-FC50-60FA-7DEB-F92C8C3F96B4}"/>
              </a:ext>
            </a:extLst>
          </p:cNvPr>
          <p:cNvSpPr txBox="1"/>
          <p:nvPr/>
        </p:nvSpPr>
        <p:spPr>
          <a:xfrm>
            <a:off x="6443472" y="2940337"/>
            <a:ext cx="4800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RASTER  |  grid cells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B924F6-A712-67C3-6636-72C2CCF7DCA6}"/>
              </a:ext>
            </a:extLst>
          </p:cNvPr>
          <p:cNvSpPr txBox="1"/>
          <p:nvPr/>
        </p:nvSpPr>
        <p:spPr>
          <a:xfrm>
            <a:off x="6443472" y="3324385"/>
            <a:ext cx="4800600" cy="83099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A regular grid in which each cell stores a value—for example, population density, rainfall, temperature, or predicted disease risk.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106043-D633-C1BA-6F40-825A4217C661}"/>
              </a:ext>
            </a:extLst>
          </p:cNvPr>
          <p:cNvSpPr txBox="1"/>
          <p:nvPr/>
        </p:nvSpPr>
        <p:spPr>
          <a:xfrm>
            <a:off x="3451123" y="4832569"/>
            <a:ext cx="4532671" cy="3385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5C6C78"/>
                </a:solidFill>
                <a:latin typeface="Aptos"/>
              </a:defRPr>
            </a:pPr>
            <a:r>
              <a:rPr dirty="0"/>
              <a:t>Objects </a:t>
            </a:r>
            <a:r>
              <a:rPr lang="en-GB" dirty="0"/>
              <a:t>                         </a:t>
            </a:r>
            <a:r>
              <a:rPr dirty="0"/>
              <a:t>versus </a:t>
            </a:r>
            <a:r>
              <a:rPr lang="en-GB" dirty="0"/>
              <a:t>                 S</a:t>
            </a:r>
            <a:r>
              <a:rPr dirty="0" err="1"/>
              <a:t>urfaces</a:t>
            </a:r>
            <a:endParaRPr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22E4271-3F98-84EE-97FF-475ECEAA7630}"/>
              </a:ext>
            </a:extLst>
          </p:cNvPr>
          <p:cNvSpPr/>
          <p:nvPr/>
        </p:nvSpPr>
        <p:spPr>
          <a:xfrm>
            <a:off x="3629086" y="5472369"/>
            <a:ext cx="146304" cy="146304"/>
          </a:xfrm>
          <a:prstGeom prst="ellipse">
            <a:avLst/>
          </a:prstGeom>
          <a:solidFill>
            <a:srgbClr val="19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3D62807-DE56-C47A-D78B-E64F329026EF}"/>
              </a:ext>
            </a:extLst>
          </p:cNvPr>
          <p:cNvSpPr/>
          <p:nvPr/>
        </p:nvSpPr>
        <p:spPr>
          <a:xfrm>
            <a:off x="4197391" y="5918080"/>
            <a:ext cx="146304" cy="146304"/>
          </a:xfrm>
          <a:prstGeom prst="ellipse">
            <a:avLst/>
          </a:prstGeom>
          <a:solidFill>
            <a:srgbClr val="19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4B9CA62-B404-CB1A-C28B-233140A304B9}"/>
              </a:ext>
            </a:extLst>
          </p:cNvPr>
          <p:cNvSpPr/>
          <p:nvPr/>
        </p:nvSpPr>
        <p:spPr>
          <a:xfrm>
            <a:off x="4579079" y="5469330"/>
            <a:ext cx="146304" cy="146304"/>
          </a:xfrm>
          <a:prstGeom prst="ellipse">
            <a:avLst/>
          </a:prstGeom>
          <a:solidFill>
            <a:srgbClr val="19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F36EB2-739C-AEAF-E06F-3045AF663794}"/>
              </a:ext>
            </a:extLst>
          </p:cNvPr>
          <p:cNvSpPr/>
          <p:nvPr/>
        </p:nvSpPr>
        <p:spPr>
          <a:xfrm>
            <a:off x="6680235" y="5261481"/>
            <a:ext cx="374904" cy="310896"/>
          </a:xfrm>
          <a:prstGeom prst="rect">
            <a:avLst/>
          </a:prstGeom>
          <a:solidFill>
            <a:srgbClr val="DAEF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12EE5D-9C84-E37B-B62F-387F3DCB6D0A}"/>
              </a:ext>
            </a:extLst>
          </p:cNvPr>
          <p:cNvSpPr/>
          <p:nvPr/>
        </p:nvSpPr>
        <p:spPr>
          <a:xfrm>
            <a:off x="7091715" y="5261481"/>
            <a:ext cx="374904" cy="310896"/>
          </a:xfrm>
          <a:prstGeom prst="rect">
            <a:avLst/>
          </a:prstGeom>
          <a:solidFill>
            <a:srgbClr val="A7DA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B9FEAA9-3EAC-03F9-C170-16E9827943F2}"/>
              </a:ext>
            </a:extLst>
          </p:cNvPr>
          <p:cNvSpPr/>
          <p:nvPr/>
        </p:nvSpPr>
        <p:spPr>
          <a:xfrm>
            <a:off x="7503195" y="5261481"/>
            <a:ext cx="374904" cy="310896"/>
          </a:xfrm>
          <a:prstGeom prst="rect">
            <a:avLst/>
          </a:prstGeom>
          <a:solidFill>
            <a:srgbClr val="68B8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F9F34E3-097D-363C-DF53-B123A2D8C824}"/>
              </a:ext>
            </a:extLst>
          </p:cNvPr>
          <p:cNvSpPr/>
          <p:nvPr/>
        </p:nvSpPr>
        <p:spPr>
          <a:xfrm>
            <a:off x="7914675" y="5261481"/>
            <a:ext cx="374904" cy="310896"/>
          </a:xfrm>
          <a:prstGeom prst="rect">
            <a:avLst/>
          </a:prstGeom>
          <a:solidFill>
            <a:srgbClr val="DAEF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1CCC2A-3808-8BA9-9FD8-1A72F6D7A57C}"/>
              </a:ext>
            </a:extLst>
          </p:cNvPr>
          <p:cNvSpPr/>
          <p:nvPr/>
        </p:nvSpPr>
        <p:spPr>
          <a:xfrm>
            <a:off x="6680235" y="5608953"/>
            <a:ext cx="374904" cy="310896"/>
          </a:xfrm>
          <a:prstGeom prst="rect">
            <a:avLst/>
          </a:prstGeom>
          <a:solidFill>
            <a:srgbClr val="A7DA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206980-C9A1-E2C1-E76E-F00C58D7945B}"/>
              </a:ext>
            </a:extLst>
          </p:cNvPr>
          <p:cNvSpPr/>
          <p:nvPr/>
        </p:nvSpPr>
        <p:spPr>
          <a:xfrm>
            <a:off x="7091715" y="5608953"/>
            <a:ext cx="374904" cy="310896"/>
          </a:xfrm>
          <a:prstGeom prst="rect">
            <a:avLst/>
          </a:prstGeom>
          <a:solidFill>
            <a:srgbClr val="68B8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E45357-4AB2-BCED-C56F-3D6374A871F3}"/>
              </a:ext>
            </a:extLst>
          </p:cNvPr>
          <p:cNvSpPr/>
          <p:nvPr/>
        </p:nvSpPr>
        <p:spPr>
          <a:xfrm>
            <a:off x="7503195" y="5608953"/>
            <a:ext cx="374904" cy="310896"/>
          </a:xfrm>
          <a:prstGeom prst="rect">
            <a:avLst/>
          </a:prstGeom>
          <a:solidFill>
            <a:srgbClr val="DAEF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5A40B6-305C-2DDC-05AB-8315D4B38D93}"/>
              </a:ext>
            </a:extLst>
          </p:cNvPr>
          <p:cNvSpPr/>
          <p:nvPr/>
        </p:nvSpPr>
        <p:spPr>
          <a:xfrm>
            <a:off x="7914675" y="5608953"/>
            <a:ext cx="374904" cy="310896"/>
          </a:xfrm>
          <a:prstGeom prst="rect">
            <a:avLst/>
          </a:prstGeom>
          <a:solidFill>
            <a:srgbClr val="A7DA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ECE045-7666-6068-1DA6-5CD48513F25B}"/>
              </a:ext>
            </a:extLst>
          </p:cNvPr>
          <p:cNvSpPr/>
          <p:nvPr/>
        </p:nvSpPr>
        <p:spPr>
          <a:xfrm>
            <a:off x="6680235" y="5956425"/>
            <a:ext cx="374904" cy="310896"/>
          </a:xfrm>
          <a:prstGeom prst="rect">
            <a:avLst/>
          </a:prstGeom>
          <a:solidFill>
            <a:srgbClr val="68B8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5D62BE-B8E7-E477-62B6-DD56C0A0774F}"/>
              </a:ext>
            </a:extLst>
          </p:cNvPr>
          <p:cNvSpPr/>
          <p:nvPr/>
        </p:nvSpPr>
        <p:spPr>
          <a:xfrm>
            <a:off x="7091715" y="5956425"/>
            <a:ext cx="374904" cy="310896"/>
          </a:xfrm>
          <a:prstGeom prst="rect">
            <a:avLst/>
          </a:prstGeom>
          <a:solidFill>
            <a:srgbClr val="DAEF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E954FB4-91CF-46CF-3EAB-86394B4398BA}"/>
              </a:ext>
            </a:extLst>
          </p:cNvPr>
          <p:cNvSpPr/>
          <p:nvPr/>
        </p:nvSpPr>
        <p:spPr>
          <a:xfrm>
            <a:off x="7503195" y="5956425"/>
            <a:ext cx="374904" cy="310896"/>
          </a:xfrm>
          <a:prstGeom prst="rect">
            <a:avLst/>
          </a:prstGeom>
          <a:solidFill>
            <a:srgbClr val="A7DA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9B695FA-C675-E711-F0A2-E09BB75FD3B2}"/>
              </a:ext>
            </a:extLst>
          </p:cNvPr>
          <p:cNvSpPr/>
          <p:nvPr/>
        </p:nvSpPr>
        <p:spPr>
          <a:xfrm>
            <a:off x="7914675" y="5956425"/>
            <a:ext cx="374904" cy="310896"/>
          </a:xfrm>
          <a:prstGeom prst="rect">
            <a:avLst/>
          </a:prstGeom>
          <a:solidFill>
            <a:srgbClr val="68B8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93209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E87F-8C6D-9342-7575-69471CD7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1" y="45086"/>
            <a:ext cx="10515600" cy="70901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Vector data: points, lines and polygons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13685EFB-B749-925D-213D-3A505ECA8C46}"/>
              </a:ext>
            </a:extLst>
          </p:cNvPr>
          <p:cNvSpPr/>
          <p:nvPr/>
        </p:nvSpPr>
        <p:spPr>
          <a:xfrm>
            <a:off x="685800" y="1653294"/>
            <a:ext cx="352044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C1831-A660-B955-97D5-E45DD29A8CF8}"/>
              </a:ext>
            </a:extLst>
          </p:cNvPr>
          <p:cNvSpPr txBox="1"/>
          <p:nvPr/>
        </p:nvSpPr>
        <p:spPr>
          <a:xfrm>
            <a:off x="850392" y="1744734"/>
            <a:ext cx="3246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EA27A-2D37-B257-09C9-3407B04E047F}"/>
              </a:ext>
            </a:extLst>
          </p:cNvPr>
          <p:cNvSpPr txBox="1"/>
          <p:nvPr/>
        </p:nvSpPr>
        <p:spPr>
          <a:xfrm>
            <a:off x="850392" y="2128782"/>
            <a:ext cx="3246120" cy="134416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dirty="0"/>
              <a:t>A specific location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dirty="0"/>
              <a:t>Examples: health facility, survey household, reported disease case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D0065AB-E0E6-36F7-BC77-7F2733B71A22}"/>
              </a:ext>
            </a:extLst>
          </p:cNvPr>
          <p:cNvSpPr/>
          <p:nvPr/>
        </p:nvSpPr>
        <p:spPr>
          <a:xfrm>
            <a:off x="4343400" y="1653294"/>
            <a:ext cx="352044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75440-6093-D7C4-287E-B167EAD2EAEB}"/>
              </a:ext>
            </a:extLst>
          </p:cNvPr>
          <p:cNvSpPr txBox="1"/>
          <p:nvPr/>
        </p:nvSpPr>
        <p:spPr>
          <a:xfrm>
            <a:off x="4507992" y="1744734"/>
            <a:ext cx="3246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AE1E50-F72E-76DF-A642-7E6912192764}"/>
              </a:ext>
            </a:extLst>
          </p:cNvPr>
          <p:cNvSpPr txBox="1"/>
          <p:nvPr/>
        </p:nvSpPr>
        <p:spPr>
          <a:xfrm>
            <a:off x="4507992" y="2128782"/>
            <a:ext cx="3246120" cy="134416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t>A linear feature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t>Examples: road, river, travel or transmission network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82AA9883-0616-27A5-88B4-638BC34E48C2}"/>
              </a:ext>
            </a:extLst>
          </p:cNvPr>
          <p:cNvSpPr/>
          <p:nvPr/>
        </p:nvSpPr>
        <p:spPr>
          <a:xfrm>
            <a:off x="8001000" y="1653294"/>
            <a:ext cx="352044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6914B9-D1CC-2850-4DA4-2775005A9A69}"/>
              </a:ext>
            </a:extLst>
          </p:cNvPr>
          <p:cNvSpPr txBox="1"/>
          <p:nvPr/>
        </p:nvSpPr>
        <p:spPr>
          <a:xfrm>
            <a:off x="8165592" y="1744734"/>
            <a:ext cx="3246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POLYGON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784243-D578-006C-1D9F-4276AC8B45F3}"/>
              </a:ext>
            </a:extLst>
          </p:cNvPr>
          <p:cNvSpPr txBox="1"/>
          <p:nvPr/>
        </p:nvSpPr>
        <p:spPr>
          <a:xfrm>
            <a:off x="8165592" y="2128782"/>
            <a:ext cx="3246120" cy="134416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t>An enclosed area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t>Examples: district, country, catchment or ecological zone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E62D79-6230-8D47-6D61-467662F30DF4}"/>
              </a:ext>
            </a:extLst>
          </p:cNvPr>
          <p:cNvSpPr/>
          <p:nvPr/>
        </p:nvSpPr>
        <p:spPr>
          <a:xfrm>
            <a:off x="2078407" y="4012053"/>
            <a:ext cx="384048" cy="384048"/>
          </a:xfrm>
          <a:prstGeom prst="ellipse">
            <a:avLst/>
          </a:prstGeom>
          <a:solidFill>
            <a:srgbClr val="19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37FE1F-FBCF-E629-E360-12493699A145}"/>
              </a:ext>
            </a:extLst>
          </p:cNvPr>
          <p:cNvSpPr/>
          <p:nvPr/>
        </p:nvSpPr>
        <p:spPr>
          <a:xfrm rot="20700000">
            <a:off x="4775887" y="4240652"/>
            <a:ext cx="685800" cy="45720"/>
          </a:xfrm>
          <a:prstGeom prst="rect">
            <a:avLst/>
          </a:prstGeom>
          <a:solidFill>
            <a:srgbClr val="E8A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B363DD-8F86-2E4C-7C63-0D4C05EADD6C}"/>
              </a:ext>
            </a:extLst>
          </p:cNvPr>
          <p:cNvSpPr/>
          <p:nvPr/>
        </p:nvSpPr>
        <p:spPr>
          <a:xfrm rot="20700000">
            <a:off x="5415967" y="4012053"/>
            <a:ext cx="685800" cy="45720"/>
          </a:xfrm>
          <a:prstGeom prst="rect">
            <a:avLst/>
          </a:prstGeom>
          <a:solidFill>
            <a:srgbClr val="E8A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32FC3F-6636-6CB8-34FC-AE2A9CFC6A27}"/>
              </a:ext>
            </a:extLst>
          </p:cNvPr>
          <p:cNvSpPr/>
          <p:nvPr/>
        </p:nvSpPr>
        <p:spPr>
          <a:xfrm rot="20700000">
            <a:off x="6056047" y="4194933"/>
            <a:ext cx="685800" cy="45720"/>
          </a:xfrm>
          <a:prstGeom prst="rect">
            <a:avLst/>
          </a:prstGeom>
          <a:solidFill>
            <a:srgbClr val="E8A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entagon 21">
            <a:extLst>
              <a:ext uri="{FF2B5EF4-FFF2-40B4-BE49-F238E27FC236}">
                <a16:creationId xmlns:a16="http://schemas.microsoft.com/office/drawing/2014/main" id="{0A4A7089-70C6-3258-5FB9-AFC19B26814C}"/>
              </a:ext>
            </a:extLst>
          </p:cNvPr>
          <p:cNvSpPr/>
          <p:nvPr/>
        </p:nvSpPr>
        <p:spPr>
          <a:xfrm>
            <a:off x="9256447" y="3920613"/>
            <a:ext cx="914400" cy="731520"/>
          </a:xfrm>
          <a:prstGeom prst="homePlate">
            <a:avLst/>
          </a:prstGeom>
          <a:solidFill>
            <a:srgbClr val="DAEFEE"/>
          </a:solidFill>
          <a:ln>
            <a:solidFill>
              <a:srgbClr val="198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EECEA1-1584-78A1-B4A8-44F0F6094D0A}"/>
              </a:ext>
            </a:extLst>
          </p:cNvPr>
          <p:cNvSpPr txBox="1"/>
          <p:nvPr/>
        </p:nvSpPr>
        <p:spPr>
          <a:xfrm>
            <a:off x="685800" y="5044933"/>
            <a:ext cx="10698480" cy="5539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Example</a:t>
            </a:r>
            <a:r>
              <a:rPr dirty="0"/>
              <a:t>: </a:t>
            </a:r>
            <a:r>
              <a:rPr lang="en-GB" dirty="0"/>
              <a:t>In disease mapping, we could </a:t>
            </a:r>
            <a:r>
              <a:rPr dirty="0"/>
              <a:t>map case locations as points, summarize </a:t>
            </a:r>
            <a:r>
              <a:rPr lang="en-GB" dirty="0"/>
              <a:t>disease </a:t>
            </a:r>
            <a:r>
              <a:rPr dirty="0"/>
              <a:t>counts by district polygons, and use road or river lines to represent potential movement corridors.</a:t>
            </a:r>
          </a:p>
        </p:txBody>
      </p:sp>
    </p:spTree>
    <p:extLst>
      <p:ext uri="{BB962C8B-B14F-4D97-AF65-F5344CB8AC3E}">
        <p14:creationId xmlns:p14="http://schemas.microsoft.com/office/powerpoint/2010/main" val="3450400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EB44-5B67-0AAA-A9E2-BEBC4416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12" y="0"/>
            <a:ext cx="10515600" cy="73876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+mn-lt"/>
              </a:rPr>
              <a:t>Raster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9C4D0-22F1-6349-9217-86F544F73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43" y="1407526"/>
            <a:ext cx="10515600" cy="167274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With raster data, the spatial domain is divided into cells, each storing a value</a:t>
            </a:r>
          </a:p>
          <a:p>
            <a:r>
              <a:rPr lang="en-GB" dirty="0"/>
              <a:t>A raster is a regular grid. Cell values may represent measured, modelled, or classified information.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32BFC-B3D9-3DC0-37D0-B013963EDB4B}"/>
              </a:ext>
            </a:extLst>
          </p:cNvPr>
          <p:cNvSpPr txBox="1"/>
          <p:nvPr/>
        </p:nvSpPr>
        <p:spPr>
          <a:xfrm>
            <a:off x="747743" y="3611880"/>
            <a:ext cx="3310128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C6C78"/>
                </a:solidFill>
                <a:latin typeface="Aptos"/>
              </a:defRPr>
            </a:pPr>
            <a:r>
              <a:rPr dirty="0"/>
              <a:t>Illustrative values (e.g., </a:t>
            </a:r>
            <a:r>
              <a:rPr lang="en-GB" dirty="0"/>
              <a:t>population counts</a:t>
            </a:r>
            <a:r>
              <a:rPr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325BC9-A04D-02C0-BC3A-3A29774D15BB}"/>
              </a:ext>
            </a:extLst>
          </p:cNvPr>
          <p:cNvSpPr/>
          <p:nvPr/>
        </p:nvSpPr>
        <p:spPr>
          <a:xfrm>
            <a:off x="839183" y="4023360"/>
            <a:ext cx="749808" cy="548640"/>
          </a:xfrm>
          <a:prstGeom prst="rect">
            <a:avLst/>
          </a:prstGeom>
          <a:solidFill>
            <a:srgbClr val="AEDA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E67ABB-075D-2D32-A961-46DF09CF86E9}"/>
              </a:ext>
            </a:extLst>
          </p:cNvPr>
          <p:cNvSpPr/>
          <p:nvPr/>
        </p:nvSpPr>
        <p:spPr>
          <a:xfrm>
            <a:off x="1662143" y="4023360"/>
            <a:ext cx="749808" cy="548640"/>
          </a:xfrm>
          <a:prstGeom prst="rect">
            <a:avLst/>
          </a:prstGeom>
          <a:solidFill>
            <a:srgbClr val="AEDA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71EDB-BE6D-E2D6-6A64-AE607DF87247}"/>
              </a:ext>
            </a:extLst>
          </p:cNvPr>
          <p:cNvSpPr/>
          <p:nvPr/>
        </p:nvSpPr>
        <p:spPr>
          <a:xfrm>
            <a:off x="2485103" y="4023360"/>
            <a:ext cx="749808" cy="548640"/>
          </a:xfrm>
          <a:prstGeom prst="rect">
            <a:avLst/>
          </a:prstGeom>
          <a:solidFill>
            <a:srgbClr val="67B8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139CAD-09D3-BA4A-B322-DF8E92B685A7}"/>
              </a:ext>
            </a:extLst>
          </p:cNvPr>
          <p:cNvSpPr/>
          <p:nvPr/>
        </p:nvSpPr>
        <p:spPr>
          <a:xfrm>
            <a:off x="3308063" y="4023360"/>
            <a:ext cx="749808" cy="548640"/>
          </a:xfrm>
          <a:prstGeom prst="rect">
            <a:avLst/>
          </a:prstGeom>
          <a:solidFill>
            <a:srgbClr val="2385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21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81C848-8B69-3BC7-6F17-0BCF46B47D17}"/>
              </a:ext>
            </a:extLst>
          </p:cNvPr>
          <p:cNvSpPr/>
          <p:nvPr/>
        </p:nvSpPr>
        <p:spPr>
          <a:xfrm>
            <a:off x="839183" y="4645152"/>
            <a:ext cx="749808" cy="548640"/>
          </a:xfrm>
          <a:prstGeom prst="rect">
            <a:avLst/>
          </a:prstGeom>
          <a:solidFill>
            <a:srgbClr val="E2F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5030B-0B48-1788-1639-B5916B63F35F}"/>
              </a:ext>
            </a:extLst>
          </p:cNvPr>
          <p:cNvSpPr/>
          <p:nvPr/>
        </p:nvSpPr>
        <p:spPr>
          <a:xfrm>
            <a:off x="1662143" y="4645152"/>
            <a:ext cx="749808" cy="548640"/>
          </a:xfrm>
          <a:prstGeom prst="rect">
            <a:avLst/>
          </a:prstGeom>
          <a:solidFill>
            <a:srgbClr val="AEDA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5AACE9-96F4-C00F-908C-AC6A7B541584}"/>
              </a:ext>
            </a:extLst>
          </p:cNvPr>
          <p:cNvSpPr/>
          <p:nvPr/>
        </p:nvSpPr>
        <p:spPr>
          <a:xfrm>
            <a:off x="2485103" y="4645152"/>
            <a:ext cx="749808" cy="548640"/>
          </a:xfrm>
          <a:prstGeom prst="rect">
            <a:avLst/>
          </a:prstGeom>
          <a:solidFill>
            <a:srgbClr val="67B8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59E0DB-16DE-69F4-900F-4827C62B5789}"/>
              </a:ext>
            </a:extLst>
          </p:cNvPr>
          <p:cNvSpPr/>
          <p:nvPr/>
        </p:nvSpPr>
        <p:spPr>
          <a:xfrm>
            <a:off x="3308063" y="4645152"/>
            <a:ext cx="749808" cy="548640"/>
          </a:xfrm>
          <a:prstGeom prst="rect">
            <a:avLst/>
          </a:prstGeom>
          <a:solidFill>
            <a:srgbClr val="67B8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F4B4EA-1D06-50E8-ADE0-50EB1F6829AD}"/>
              </a:ext>
            </a:extLst>
          </p:cNvPr>
          <p:cNvSpPr/>
          <p:nvPr/>
        </p:nvSpPr>
        <p:spPr>
          <a:xfrm>
            <a:off x="839183" y="5266944"/>
            <a:ext cx="749808" cy="548640"/>
          </a:xfrm>
          <a:prstGeom prst="rect">
            <a:avLst/>
          </a:prstGeom>
          <a:solidFill>
            <a:srgbClr val="E2F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193710-E2A7-A378-234B-0DD649DE1C91}"/>
              </a:ext>
            </a:extLst>
          </p:cNvPr>
          <p:cNvSpPr/>
          <p:nvPr/>
        </p:nvSpPr>
        <p:spPr>
          <a:xfrm>
            <a:off x="1662143" y="5266944"/>
            <a:ext cx="749808" cy="548640"/>
          </a:xfrm>
          <a:prstGeom prst="rect">
            <a:avLst/>
          </a:prstGeom>
          <a:solidFill>
            <a:srgbClr val="E2F1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5669EE-9017-7DBB-BAD6-27AA38326925}"/>
              </a:ext>
            </a:extLst>
          </p:cNvPr>
          <p:cNvSpPr/>
          <p:nvPr/>
        </p:nvSpPr>
        <p:spPr>
          <a:xfrm>
            <a:off x="2485103" y="5266944"/>
            <a:ext cx="749808" cy="548640"/>
          </a:xfrm>
          <a:prstGeom prst="rect">
            <a:avLst/>
          </a:prstGeom>
          <a:solidFill>
            <a:srgbClr val="AEDA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87C3D1-1A76-862E-F1A9-6428AA5EC691}"/>
              </a:ext>
            </a:extLst>
          </p:cNvPr>
          <p:cNvSpPr/>
          <p:nvPr/>
        </p:nvSpPr>
        <p:spPr>
          <a:xfrm>
            <a:off x="3308063" y="5266944"/>
            <a:ext cx="749808" cy="548640"/>
          </a:xfrm>
          <a:prstGeom prst="rect">
            <a:avLst/>
          </a:prstGeom>
          <a:solidFill>
            <a:srgbClr val="67B8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A"/>
                </a:solidFill>
              </a:defRPr>
            </a:pPr>
            <a:r>
              <a:t>18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FCEF76-7E17-66E9-474A-F15C96F36C2A}"/>
              </a:ext>
            </a:extLst>
          </p:cNvPr>
          <p:cNvSpPr txBox="1"/>
          <p:nvPr/>
        </p:nvSpPr>
        <p:spPr>
          <a:xfrm>
            <a:off x="747743" y="6132871"/>
            <a:ext cx="3804592" cy="5232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82D4A"/>
                </a:solidFill>
                <a:latin typeface="Aptos"/>
              </a:defRPr>
            </a:pPr>
            <a:r>
              <a:rPr dirty="0"/>
              <a:t>Raster is useful when values vary across a surface or predictions are needed on a grid.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0C36D4-A7AA-F29D-104A-17DE29BB8055}"/>
              </a:ext>
            </a:extLst>
          </p:cNvPr>
          <p:cNvSpPr txBox="1"/>
          <p:nvPr/>
        </p:nvSpPr>
        <p:spPr>
          <a:xfrm>
            <a:off x="5397910" y="3217435"/>
            <a:ext cx="6479458" cy="324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EXAMPLES</a:t>
            </a:r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Population density, rainfall, temperature, elevation, prevalence, PM10 concentration, predicted disease risk</a:t>
            </a:r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endParaRPr lang="en-GB" dirty="0"/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RESOLUTION</a:t>
            </a:r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Cell size controls spatial detail. A 1 km × 1 km raster has cells representing 1 km² areas</a:t>
            </a:r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endParaRPr lang="en-GB" dirty="0"/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NO DATA CELLS</a:t>
            </a:r>
          </a:p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rPr lang="en-GB" dirty="0"/>
              <a:t>Raster layers often include no data cells indicating unavailable values or locations outside the study region</a:t>
            </a:r>
          </a:p>
        </p:txBody>
      </p:sp>
    </p:spTree>
    <p:extLst>
      <p:ext uri="{BB962C8B-B14F-4D97-AF65-F5344CB8AC3E}">
        <p14:creationId xmlns:p14="http://schemas.microsoft.com/office/powerpoint/2010/main" val="3024647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6E3F-4885-6F8E-8050-85A92610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6" y="0"/>
            <a:ext cx="11749548" cy="835742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Storing spatial data: common spatial data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4154-B58A-15A0-15A6-665A48BE8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33" y="1284178"/>
            <a:ext cx="10515600" cy="977865"/>
          </a:xfrm>
        </p:spPr>
        <p:txBody>
          <a:bodyPr/>
          <a:lstStyle/>
          <a:p>
            <a:r>
              <a:rPr lang="en-GB" dirty="0"/>
              <a:t>Data formats are chosen based on data structure, use case and software ecosystem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3E461B6E-3056-C6EA-980F-9CB94BD84949}"/>
              </a:ext>
            </a:extLst>
          </p:cNvPr>
          <p:cNvSpPr/>
          <p:nvPr/>
        </p:nvSpPr>
        <p:spPr>
          <a:xfrm>
            <a:off x="741353" y="2466478"/>
            <a:ext cx="5212080" cy="2331663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F11FA-ADFB-C023-633F-9A004928B748}"/>
              </a:ext>
            </a:extLst>
          </p:cNvPr>
          <p:cNvSpPr txBox="1"/>
          <p:nvPr/>
        </p:nvSpPr>
        <p:spPr>
          <a:xfrm>
            <a:off x="905945" y="2557919"/>
            <a:ext cx="49377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VECTOR FORMATS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5C8C7-E97B-2CED-6D68-3C14DDA1C380}"/>
              </a:ext>
            </a:extLst>
          </p:cNvPr>
          <p:cNvSpPr txBox="1"/>
          <p:nvPr/>
        </p:nvSpPr>
        <p:spPr>
          <a:xfrm>
            <a:off x="905945" y="2941967"/>
            <a:ext cx="4937760" cy="176202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Shapefile (.</a:t>
            </a:r>
            <a:r>
              <a:rPr sz="1600" dirty="0" err="1"/>
              <a:t>shp</a:t>
            </a:r>
            <a:r>
              <a:rPr sz="1600" dirty="0"/>
              <a:t>): widely supported; several companion files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GeoPackage</a:t>
            </a:r>
            <a:r>
              <a:rPr sz="1600" dirty="0"/>
              <a:t> (.</a:t>
            </a:r>
            <a:r>
              <a:rPr sz="1600" dirty="0" err="1"/>
              <a:t>gpkg</a:t>
            </a:r>
            <a:r>
              <a:rPr sz="1600" dirty="0"/>
              <a:t>): self-contained spatial database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GeoJSON</a:t>
            </a:r>
            <a:r>
              <a:rPr sz="1600" dirty="0"/>
              <a:t> (.</a:t>
            </a:r>
            <a:r>
              <a:rPr sz="1600" dirty="0" err="1"/>
              <a:t>geojson</a:t>
            </a:r>
            <a:r>
              <a:rPr sz="1600" dirty="0"/>
              <a:t>): common in web mapping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CSV: coordinates can describe points, but spatial metadata may need to be supplied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9CF02749-7BE9-099E-A7DD-4ED5BFB85F58}"/>
              </a:ext>
            </a:extLst>
          </p:cNvPr>
          <p:cNvSpPr/>
          <p:nvPr/>
        </p:nvSpPr>
        <p:spPr>
          <a:xfrm>
            <a:off x="6227753" y="2466479"/>
            <a:ext cx="5212080" cy="2331662"/>
          </a:xfrm>
          <a:prstGeom prst="roundRect">
            <a:avLst/>
          </a:prstGeom>
          <a:solidFill>
            <a:srgbClr val="EFF5F7"/>
          </a:solidFill>
          <a:ln>
            <a:solidFill>
              <a:srgbClr val="DE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76A0F-2822-3BBB-E11D-4EAC3BFB452F}"/>
              </a:ext>
            </a:extLst>
          </p:cNvPr>
          <p:cNvSpPr txBox="1"/>
          <p:nvPr/>
        </p:nvSpPr>
        <p:spPr>
          <a:xfrm>
            <a:off x="6392345" y="2557919"/>
            <a:ext cx="49377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82D4A"/>
                </a:solidFill>
                <a:latin typeface="Aptos"/>
              </a:defRPr>
            </a:pPr>
            <a:r>
              <a:t>RASTER / GRID FORMATS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D4246-17D6-2111-7373-96CFF4D4B7CC}"/>
              </a:ext>
            </a:extLst>
          </p:cNvPr>
          <p:cNvSpPr txBox="1"/>
          <p:nvPr/>
        </p:nvSpPr>
        <p:spPr>
          <a:xfrm>
            <a:off x="6364913" y="3173835"/>
            <a:ext cx="4937760" cy="95923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b="1" dirty="0">
                <a:solidFill>
                  <a:schemeClr val="accent3"/>
                </a:solidFill>
              </a:rPr>
              <a:t>• </a:t>
            </a:r>
            <a:r>
              <a:rPr sz="1600" b="1" dirty="0" err="1">
                <a:solidFill>
                  <a:schemeClr val="accent3"/>
                </a:solidFill>
              </a:rPr>
              <a:t>GeoTIFF</a:t>
            </a:r>
            <a:r>
              <a:rPr sz="1600" b="1" dirty="0">
                <a:solidFill>
                  <a:schemeClr val="accent3"/>
                </a:solidFill>
              </a:rPr>
              <a:t> (.</a:t>
            </a:r>
            <a:r>
              <a:rPr sz="1600" b="1" dirty="0" err="1">
                <a:solidFill>
                  <a:schemeClr val="accent3"/>
                </a:solidFill>
              </a:rPr>
              <a:t>tif</a:t>
            </a:r>
            <a:r>
              <a:rPr sz="1600" b="1" dirty="0">
                <a:solidFill>
                  <a:schemeClr val="accent3"/>
                </a:solidFill>
              </a:rPr>
              <a:t>): common for gridded spatial data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NetCDF</a:t>
            </a:r>
            <a:r>
              <a:rPr sz="1600" dirty="0"/>
              <a:t> (.nc): climate and multidimensional data</a:t>
            </a:r>
          </a:p>
          <a:p>
            <a:pPr>
              <a:spcAft>
                <a:spcPts val="500"/>
              </a:spcAft>
              <a:defRPr sz="1300" b="0">
                <a:solidFill>
                  <a:srgbClr val="2B3641"/>
                </a:solidFill>
                <a:latin typeface="Aptos"/>
              </a:defRPr>
            </a:pPr>
            <a:r>
              <a:rPr sz="1600" dirty="0"/>
              <a:t>• ASCII Grid: simple text-based raster format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C3B0CE-595A-B508-7F40-B8177FE64A0E}"/>
              </a:ext>
            </a:extLst>
          </p:cNvPr>
          <p:cNvSpPr txBox="1">
            <a:spLocks/>
          </p:cNvSpPr>
          <p:nvPr/>
        </p:nvSpPr>
        <p:spPr>
          <a:xfrm>
            <a:off x="741353" y="5269299"/>
            <a:ext cx="10515600" cy="9778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Important note: Before joining or combining spatial data, you need to check the coordinate reference system (CRS), spatial extent, resolution, units, etc and ensure that these are compatible.</a:t>
            </a:r>
          </a:p>
        </p:txBody>
      </p:sp>
    </p:spTree>
    <p:extLst>
      <p:ext uri="{BB962C8B-B14F-4D97-AF65-F5344CB8AC3E}">
        <p14:creationId xmlns:p14="http://schemas.microsoft.com/office/powerpoint/2010/main" val="168120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AE9A-5ECF-7B78-16D4-71DCD5E6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70158"/>
            <a:ext cx="10515600" cy="78524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  <a:latin typeface="+mn-lt"/>
              </a:rPr>
              <a:t>Class activity</a:t>
            </a:r>
            <a:endParaRPr lang="en-GB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A67FB-F5E9-BD05-0C37-61CB8714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1490457"/>
            <a:ext cx="10515600" cy="387708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What are suitable representations for these data types (raster, points, lines or polygons)?</a:t>
            </a:r>
          </a:p>
          <a:p>
            <a:endParaRPr lang="en-GB" dirty="0"/>
          </a:p>
          <a:p>
            <a:pPr lvl="1"/>
            <a:r>
              <a:rPr lang="en-GB" dirty="0"/>
              <a:t>Health facilities or reported cases</a:t>
            </a:r>
          </a:p>
          <a:p>
            <a:pPr lvl="1"/>
            <a:r>
              <a:rPr lang="en-GB" dirty="0"/>
              <a:t>Roads, rivers or movement paths</a:t>
            </a:r>
          </a:p>
          <a:p>
            <a:pPr lvl="1"/>
            <a:r>
              <a:rPr lang="en-GB" dirty="0"/>
              <a:t>Disease prevalence by district</a:t>
            </a:r>
          </a:p>
          <a:p>
            <a:pPr lvl="1"/>
            <a:r>
              <a:rPr lang="en-GB" dirty="0"/>
              <a:t>Population density or rainfall</a:t>
            </a:r>
          </a:p>
          <a:p>
            <a:pPr lvl="1"/>
            <a:r>
              <a:rPr lang="en-GB" dirty="0"/>
              <a:t>Environmental suitability at 1 km resolution</a:t>
            </a:r>
          </a:p>
          <a:p>
            <a:pPr lvl="1"/>
            <a:r>
              <a:rPr lang="en-GB" dirty="0"/>
              <a:t>Predicted continuous disease risk</a:t>
            </a:r>
          </a:p>
        </p:txBody>
      </p:sp>
    </p:spTree>
    <p:extLst>
      <p:ext uri="{BB962C8B-B14F-4D97-AF65-F5344CB8AC3E}">
        <p14:creationId xmlns:p14="http://schemas.microsoft.com/office/powerpoint/2010/main" val="2880338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05" y="74895"/>
            <a:ext cx="10334105" cy="71553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n-lt"/>
              </a:rPr>
              <a:t>Exercise 1: Calculating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794" y="1608036"/>
            <a:ext cx="10665542" cy="3737687"/>
          </a:xfrm>
        </p:spPr>
        <p:txBody>
          <a:bodyPr>
            <a:noAutofit/>
          </a:bodyPr>
          <a:lstStyle/>
          <a:p>
            <a:r>
              <a:rPr lang="en-GB" sz="2400" dirty="0"/>
              <a:t>In this exercise, you will practice how to calculate distances using geographic and projected (UTM) coordinates using some example point-referenced data for Nigeria. We will learn more about the data in another exercise.</a:t>
            </a:r>
          </a:p>
          <a:p>
            <a:r>
              <a:rPr lang="en-GB" sz="2400" dirty="0"/>
              <a:t>Before you begin the exercise, you need to download and save the exercise folder to your computer. The folder should be the working directory for your R session for this exercise (do the same for other exercises).</a:t>
            </a:r>
          </a:p>
          <a:p>
            <a:r>
              <a:rPr lang="en-GB" sz="2400" dirty="0"/>
              <a:t>You will need the data file “Practice_data_outcome.csv” </a:t>
            </a:r>
          </a:p>
          <a:p>
            <a:r>
              <a:rPr lang="en-GB" sz="2400" dirty="0"/>
              <a:t>Run the R script “</a:t>
            </a:r>
            <a:r>
              <a:rPr lang="en-GB" sz="2400" dirty="0" err="1"/>
              <a:t>Distance_calc_script.R</a:t>
            </a:r>
            <a:r>
              <a:rPr lang="en-GB" sz="2400" dirty="0"/>
              <a:t>”.</a:t>
            </a:r>
          </a:p>
          <a:p>
            <a:r>
              <a:rPr lang="en-GB" sz="2400" dirty="0"/>
              <a:t>The libraries you need are listed at the top of the script.</a:t>
            </a:r>
          </a:p>
        </p:txBody>
      </p:sp>
    </p:spTree>
    <p:extLst>
      <p:ext uri="{BB962C8B-B14F-4D97-AF65-F5344CB8AC3E}">
        <p14:creationId xmlns:p14="http://schemas.microsoft.com/office/powerpoint/2010/main" val="2949713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1159-0122-8E18-697F-F357EE71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1" y="119318"/>
            <a:ext cx="6752304" cy="686927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BCF55-7A5F-E64A-02D2-3553C186F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1676259"/>
            <a:ext cx="10515600" cy="350548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Banerjee, S., Gelfand, A. E., &amp; Carlin, B. P. (2025). </a:t>
            </a:r>
            <a:r>
              <a:rPr lang="en-GB" i="1" dirty="0"/>
              <a:t>Hierarchical </a:t>
            </a:r>
            <a:r>
              <a:rPr lang="en-GB" i="1" dirty="0" err="1"/>
              <a:t>modeling</a:t>
            </a:r>
            <a:r>
              <a:rPr lang="en-GB" i="1" dirty="0"/>
              <a:t> and analysis for spatial data</a:t>
            </a:r>
            <a:r>
              <a:rPr lang="en-GB" dirty="0"/>
              <a:t> (3rd ed.). Chapman and Hall/CRC.</a:t>
            </a:r>
          </a:p>
          <a:p>
            <a:r>
              <a:rPr lang="en-GB" dirty="0" err="1"/>
              <a:t>Bivand</a:t>
            </a:r>
            <a:r>
              <a:rPr lang="en-GB" dirty="0"/>
              <a:t>, R. S., </a:t>
            </a:r>
            <a:r>
              <a:rPr lang="en-GB" dirty="0" err="1"/>
              <a:t>Pebesma</a:t>
            </a:r>
            <a:r>
              <a:rPr lang="en-GB" dirty="0"/>
              <a:t>, E., &amp; Gómez-Rubio, V. (2013). </a:t>
            </a:r>
            <a:r>
              <a:rPr lang="en-GB" i="1" dirty="0"/>
              <a:t>Applied Spatial Data Analysis with R</a:t>
            </a:r>
            <a:r>
              <a:rPr lang="en-GB" dirty="0"/>
              <a:t> (2nd ed.). Springer.</a:t>
            </a:r>
          </a:p>
          <a:p>
            <a:r>
              <a:rPr lang="en-GB" dirty="0"/>
              <a:t>Sahu, S. K. (2022). </a:t>
            </a:r>
            <a:r>
              <a:rPr lang="en-GB" i="1" dirty="0"/>
              <a:t>Bayesian modelling of </a:t>
            </a:r>
            <a:r>
              <a:rPr lang="en-GB" i="1" dirty="0" err="1"/>
              <a:t>spatio</a:t>
            </a:r>
            <a:r>
              <a:rPr lang="en-GB" i="1" dirty="0"/>
              <a:t>-temporal data with R</a:t>
            </a:r>
            <a:r>
              <a:rPr lang="en-GB" dirty="0"/>
              <a:t>. Chapman and Hall/CRC.</a:t>
            </a:r>
          </a:p>
          <a:p>
            <a:r>
              <a:rPr lang="en-GB" dirty="0" err="1"/>
              <a:t>Schabenberger</a:t>
            </a:r>
            <a:r>
              <a:rPr lang="en-GB" dirty="0"/>
              <a:t>, O., &amp; </a:t>
            </a:r>
            <a:r>
              <a:rPr lang="en-GB" dirty="0" err="1"/>
              <a:t>Gotway</a:t>
            </a:r>
            <a:r>
              <a:rPr lang="en-GB" dirty="0"/>
              <a:t>, C. A. (2005). </a:t>
            </a:r>
            <a:r>
              <a:rPr lang="en-GB" i="1" dirty="0"/>
              <a:t>Statistical methods for spatial data analysis</a:t>
            </a:r>
            <a:r>
              <a:rPr lang="en-GB" dirty="0"/>
              <a:t>. Chapman &amp; Hall/CRC.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0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2227</Words>
  <Application>Microsoft Office PowerPoint</Application>
  <PresentationFormat>Widescreen</PresentationFormat>
  <Paragraphs>234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Merriweather</vt:lpstr>
      <vt:lpstr>Office Theme</vt:lpstr>
      <vt:lpstr>PowerPoint Presentation</vt:lpstr>
      <vt:lpstr>Learning objectives</vt:lpstr>
      <vt:lpstr>What is spatial statistics?</vt:lpstr>
      <vt:lpstr>What is spatial statistics?</vt:lpstr>
      <vt:lpstr>What is spatial statistics?</vt:lpstr>
      <vt:lpstr>Examples of spatial data?</vt:lpstr>
      <vt:lpstr>Spatial data types</vt:lpstr>
      <vt:lpstr>Spatial data types – point-referenced data</vt:lpstr>
      <vt:lpstr>Spatial data types – areal data</vt:lpstr>
      <vt:lpstr>Spatial data types – point patterns</vt:lpstr>
      <vt:lpstr>Spatial data types</vt:lpstr>
      <vt:lpstr>Representing spatial data: coordinate systems</vt:lpstr>
      <vt:lpstr>PowerPoint Presentation</vt:lpstr>
      <vt:lpstr>PowerPoint Presentation</vt:lpstr>
      <vt:lpstr>PowerPoint Presentation</vt:lpstr>
      <vt:lpstr>Projected coordinate systems</vt:lpstr>
      <vt:lpstr>Projected coordinate systems – UTM zones</vt:lpstr>
      <vt:lpstr>Projected coordinate systems – UTM zones</vt:lpstr>
      <vt:lpstr>Calculating distances on the Earth’s surface</vt:lpstr>
      <vt:lpstr>Calculating distances on the Earth’s surface</vt:lpstr>
      <vt:lpstr>Representing spatial data: vector and raster data </vt:lpstr>
      <vt:lpstr>Vector data: points, lines and polygons</vt:lpstr>
      <vt:lpstr>Raster data</vt:lpstr>
      <vt:lpstr>Storing spatial data: common spatial data formats</vt:lpstr>
      <vt:lpstr>Class activity</vt:lpstr>
      <vt:lpstr>Exercise 1: Calculating distances</vt:lpstr>
      <vt:lpstr>References</vt:lpstr>
    </vt:vector>
  </TitlesOfParts>
  <Company>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Utazi</dc:creator>
  <cp:lastModifiedBy>Edson Utazi</cp:lastModifiedBy>
  <cp:revision>1</cp:revision>
  <dcterms:created xsi:type="dcterms:W3CDTF">2026-09-24T09:37:23Z</dcterms:created>
  <dcterms:modified xsi:type="dcterms:W3CDTF">2026-10-11T20:37:58Z</dcterms:modified>
</cp:coreProperties>
</file>